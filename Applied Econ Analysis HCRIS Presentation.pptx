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26"/>
  </p:notesMasterIdLst>
  <p:sldIdLst>
    <p:sldId id="261" r:id="rId2"/>
    <p:sldId id="262" r:id="rId3"/>
    <p:sldId id="267" r:id="rId4"/>
    <p:sldId id="269" r:id="rId5"/>
    <p:sldId id="271" r:id="rId6"/>
    <p:sldId id="322" r:id="rId7"/>
    <p:sldId id="321" r:id="rId8"/>
    <p:sldId id="323" r:id="rId9"/>
    <p:sldId id="341" r:id="rId10"/>
    <p:sldId id="338" r:id="rId11"/>
    <p:sldId id="324" r:id="rId12"/>
    <p:sldId id="325" r:id="rId13"/>
    <p:sldId id="327" r:id="rId14"/>
    <p:sldId id="334" r:id="rId15"/>
    <p:sldId id="330" r:id="rId16"/>
    <p:sldId id="332" r:id="rId17"/>
    <p:sldId id="331" r:id="rId18"/>
    <p:sldId id="333" r:id="rId19"/>
    <p:sldId id="335" r:id="rId20"/>
    <p:sldId id="336" r:id="rId21"/>
    <p:sldId id="342" r:id="rId22"/>
    <p:sldId id="337" r:id="rId23"/>
    <p:sldId id="339" r:id="rId24"/>
    <p:sldId id="340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">
          <p15:clr>
            <a:srgbClr val="A4A3A4"/>
          </p15:clr>
        </p15:guide>
        <p15:guide id="2" pos="7296">
          <p15:clr>
            <a:srgbClr val="A4A3A4"/>
          </p15:clr>
        </p15:guide>
        <p15:guide id="3" orient="horz" pos="39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0" roundtripDataSignature="AMtx7mhNVNz1FM4zArMbtwQNpK2q/ofN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199A5D-9277-4804-85C6-255B79650EC9}" v="556" dt="2026-04-20T13:26:44.241"/>
  </p1510:revLst>
</p1510:revInfo>
</file>

<file path=ppt/tableStyles.xml><?xml version="1.0" encoding="utf-8"?>
<a:tblStyleLst xmlns:a="http://schemas.openxmlformats.org/drawingml/2006/main" def="{AC73453D-6A1D-4477-86F4-6F0D32C4DCE7}">
  <a:tblStyle styleId="{AC73453D-6A1D-4477-86F4-6F0D32C4DCE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2E7ED"/>
          </a:solidFill>
        </a:fill>
      </a:tcStyle>
    </a:wholeTbl>
    <a:band1H>
      <a:tcTxStyle b="off" i="off"/>
      <a:tcStyle>
        <a:tcBdr/>
        <a:fill>
          <a:solidFill>
            <a:srgbClr val="E3CA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3CA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520A53B-8FF2-4885-9B71-338E76062134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956" autoAdjust="0"/>
  </p:normalViewPr>
  <p:slideViewPr>
    <p:cSldViewPr snapToGrid="0">
      <p:cViewPr varScale="1">
        <p:scale>
          <a:sx n="64" d="100"/>
          <a:sy n="64" d="100"/>
        </p:scale>
        <p:origin x="724" y="32"/>
      </p:cViewPr>
      <p:guideLst>
        <p:guide pos="384"/>
        <p:guide pos="7296"/>
        <p:guide orient="horz" pos="3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82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81" Type="http://schemas.openxmlformats.org/officeDocument/2006/relationships/presProps" Target="presProps.xml"/><Relationship Id="rId86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8" Type="http://schemas.openxmlformats.org/officeDocument/2006/relationships/slide" Target="slides/slide7.xml"/><Relationship Id="rId80" Type="http://customschemas.google.com/relationships/presentationmetadata" Target="metadata"/><Relationship Id="rId8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ghan, Matthew" userId="5b506559-2742-4d2b-9b68-5b6ca2cdd9c0" providerId="ADAL" clId="{65F86579-F59A-44FA-B179-98A7BD5A0995}"/>
    <pc:docChg chg="undo custSel addSld delSld modSld sldOrd delMainMaster modMainMaster">
      <pc:chgData name="Maughan, Matthew" userId="5b506559-2742-4d2b-9b68-5b6ca2cdd9c0" providerId="ADAL" clId="{65F86579-F59A-44FA-B179-98A7BD5A0995}" dt="2026-04-20T13:27:19.901" v="12718" actId="1582"/>
      <pc:docMkLst>
        <pc:docMk/>
      </pc:docMkLst>
      <pc:sldChg chg="del ord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56"/>
        </pc:sldMkLst>
      </pc:sldChg>
      <pc:sldChg chg="del ord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57"/>
        </pc:sldMkLst>
      </pc:sldChg>
      <pc:sldChg chg="del ord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58"/>
        </pc:sldMkLst>
      </pc:sldChg>
      <pc:sldChg chg="del ord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59"/>
        </pc:sldMkLst>
      </pc:sldChg>
      <pc:sldChg chg="del ord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60"/>
        </pc:sldMkLst>
      </pc:sldChg>
      <pc:sldChg chg="modSp mod">
        <pc:chgData name="Maughan, Matthew" userId="5b506559-2742-4d2b-9b68-5b6ca2cdd9c0" providerId="ADAL" clId="{65F86579-F59A-44FA-B179-98A7BD5A0995}" dt="2026-04-19T17:32:34.791" v="183" actId="20577"/>
        <pc:sldMkLst>
          <pc:docMk/>
          <pc:sldMk cId="0" sldId="261"/>
        </pc:sldMkLst>
        <pc:spChg chg="mod">
          <ac:chgData name="Maughan, Matthew" userId="5b506559-2742-4d2b-9b68-5b6ca2cdd9c0" providerId="ADAL" clId="{65F86579-F59A-44FA-B179-98A7BD5A0995}" dt="2026-04-19T17:31:36.910" v="75" actId="20577"/>
          <ac:spMkLst>
            <pc:docMk/>
            <pc:sldMk cId="0" sldId="261"/>
            <ac:spMk id="122" creationId="{00000000-0000-0000-0000-000000000000}"/>
          </ac:spMkLst>
        </pc:spChg>
        <pc:spChg chg="mod">
          <ac:chgData name="Maughan, Matthew" userId="5b506559-2742-4d2b-9b68-5b6ca2cdd9c0" providerId="ADAL" clId="{65F86579-F59A-44FA-B179-98A7BD5A0995}" dt="2026-04-19T17:32:34.791" v="183" actId="20577"/>
          <ac:spMkLst>
            <pc:docMk/>
            <pc:sldMk cId="0" sldId="261"/>
            <ac:spMk id="123" creationId="{00000000-0000-0000-0000-000000000000}"/>
          </ac:spMkLst>
        </pc:spChg>
      </pc:sldChg>
      <pc:sldChg chg="modSp mod">
        <pc:chgData name="Maughan, Matthew" userId="5b506559-2742-4d2b-9b68-5b6ca2cdd9c0" providerId="ADAL" clId="{65F86579-F59A-44FA-B179-98A7BD5A0995}" dt="2026-04-20T02:01:30.250" v="9978" actId="20577"/>
        <pc:sldMkLst>
          <pc:docMk/>
          <pc:sldMk cId="0" sldId="262"/>
        </pc:sldMkLst>
        <pc:spChg chg="mod">
          <ac:chgData name="Maughan, Matthew" userId="5b506559-2742-4d2b-9b68-5b6ca2cdd9c0" providerId="ADAL" clId="{65F86579-F59A-44FA-B179-98A7BD5A0995}" dt="2026-04-20T02:01:30.250" v="9978" actId="20577"/>
          <ac:spMkLst>
            <pc:docMk/>
            <pc:sldMk cId="0" sldId="262"/>
            <ac:spMk id="129" creationId="{00000000-0000-0000-0000-000000000000}"/>
          </ac:spMkLst>
        </pc:spChg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63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64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65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66"/>
        </pc:sldMkLst>
      </pc:sldChg>
      <pc:sldChg chg="modSp mod ord">
        <pc:chgData name="Maughan, Matthew" userId="5b506559-2742-4d2b-9b68-5b6ca2cdd9c0" providerId="ADAL" clId="{65F86579-F59A-44FA-B179-98A7BD5A0995}" dt="2026-04-19T17:40:59.170" v="730" actId="20577"/>
        <pc:sldMkLst>
          <pc:docMk/>
          <pc:sldMk cId="0" sldId="267"/>
        </pc:sldMkLst>
        <pc:spChg chg="mod">
          <ac:chgData name="Maughan, Matthew" userId="5b506559-2742-4d2b-9b68-5b6ca2cdd9c0" providerId="ADAL" clId="{65F86579-F59A-44FA-B179-98A7BD5A0995}" dt="2026-04-19T17:40:59.170" v="730" actId="20577"/>
          <ac:spMkLst>
            <pc:docMk/>
            <pc:sldMk cId="0" sldId="267"/>
            <ac:spMk id="199" creationId="{00000000-0000-0000-0000-000000000000}"/>
          </ac:spMkLst>
        </pc:spChg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68"/>
        </pc:sldMkLst>
      </pc:sldChg>
      <pc:sldChg chg="addSp delSp modSp mod ord modAnim">
        <pc:chgData name="Maughan, Matthew" userId="5b506559-2742-4d2b-9b68-5b6ca2cdd9c0" providerId="ADAL" clId="{65F86579-F59A-44FA-B179-98A7BD5A0995}" dt="2026-04-19T17:56:12.406" v="2258" actId="113"/>
        <pc:sldMkLst>
          <pc:docMk/>
          <pc:sldMk cId="0" sldId="269"/>
        </pc:sldMkLst>
        <pc:spChg chg="mod">
          <ac:chgData name="Maughan, Matthew" userId="5b506559-2742-4d2b-9b68-5b6ca2cdd9c0" providerId="ADAL" clId="{65F86579-F59A-44FA-B179-98A7BD5A0995}" dt="2026-04-19T17:43:46.065" v="1009" actId="20577"/>
          <ac:spMkLst>
            <pc:docMk/>
            <pc:sldMk cId="0" sldId="269"/>
            <ac:spMk id="218" creationId="{00000000-0000-0000-0000-000000000000}"/>
          </ac:spMkLst>
        </pc:spChg>
        <pc:graphicFrameChg chg="add mod modGraphic">
          <ac:chgData name="Maughan, Matthew" userId="5b506559-2742-4d2b-9b68-5b6ca2cdd9c0" providerId="ADAL" clId="{65F86579-F59A-44FA-B179-98A7BD5A0995}" dt="2026-04-19T17:51:13.638" v="1929" actId="113"/>
          <ac:graphicFrameMkLst>
            <pc:docMk/>
            <pc:sldMk cId="0" sldId="269"/>
            <ac:graphicFrameMk id="2" creationId="{19B6885F-57C0-BE89-A927-E6D8BE216001}"/>
          </ac:graphicFrameMkLst>
        </pc:graphicFrameChg>
        <pc:graphicFrameChg chg="add mod modGraphic">
          <ac:chgData name="Maughan, Matthew" userId="5b506559-2742-4d2b-9b68-5b6ca2cdd9c0" providerId="ADAL" clId="{65F86579-F59A-44FA-B179-98A7BD5A0995}" dt="2026-04-19T17:56:12.406" v="2258" actId="113"/>
          <ac:graphicFrameMkLst>
            <pc:docMk/>
            <pc:sldMk cId="0" sldId="269"/>
            <ac:graphicFrameMk id="3" creationId="{02FD8BE6-E722-7CB6-1728-8E4C16097A52}"/>
          </ac:graphicFrameMkLst>
        </pc:graphicFrameChg>
        <pc:graphicFrameChg chg="del modGraphic">
          <ac:chgData name="Maughan, Matthew" userId="5b506559-2742-4d2b-9b68-5b6ca2cdd9c0" providerId="ADAL" clId="{65F86579-F59A-44FA-B179-98A7BD5A0995}" dt="2026-04-19T17:41:50.308" v="805" actId="478"/>
          <ac:graphicFrameMkLst>
            <pc:docMk/>
            <pc:sldMk cId="0" sldId="269"/>
            <ac:graphicFrameMk id="219" creationId="{00000000-0000-0000-0000-000000000000}"/>
          </ac:graphicFrameMkLst>
        </pc:graphicFrameChg>
        <pc:graphicFrameChg chg="mod modGraphic">
          <ac:chgData name="Maughan, Matthew" userId="5b506559-2742-4d2b-9b68-5b6ca2cdd9c0" providerId="ADAL" clId="{65F86579-F59A-44FA-B179-98A7BD5A0995}" dt="2026-04-19T17:46:22.641" v="1446" actId="113"/>
          <ac:graphicFrameMkLst>
            <pc:docMk/>
            <pc:sldMk cId="0" sldId="269"/>
            <ac:graphicFrameMk id="220" creationId="{00000000-0000-0000-0000-000000000000}"/>
          </ac:graphicFrameMkLst>
        </pc:graphicFrameChg>
        <pc:cxnChg chg="add mod">
          <ac:chgData name="Maughan, Matthew" userId="5b506559-2742-4d2b-9b68-5b6ca2cdd9c0" providerId="ADAL" clId="{65F86579-F59A-44FA-B179-98A7BD5A0995}" dt="2026-04-19T17:55:30.654" v="2241" actId="14100"/>
          <ac:cxnSpMkLst>
            <pc:docMk/>
            <pc:sldMk cId="0" sldId="269"/>
            <ac:cxnSpMk id="5" creationId="{35EC6C5F-5915-8682-6C85-DF6E4583AB84}"/>
          </ac:cxnSpMkLst>
        </pc:cxnChg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70"/>
        </pc:sldMkLst>
      </pc:sldChg>
      <pc:sldChg chg="addSp modSp mod ord">
        <pc:chgData name="Maughan, Matthew" userId="5b506559-2742-4d2b-9b68-5b6ca2cdd9c0" providerId="ADAL" clId="{65F86579-F59A-44FA-B179-98A7BD5A0995}" dt="2026-04-19T18:05:32.080" v="3050" actId="20577"/>
        <pc:sldMkLst>
          <pc:docMk/>
          <pc:sldMk cId="0" sldId="271"/>
        </pc:sldMkLst>
        <pc:spChg chg="add mod">
          <ac:chgData name="Maughan, Matthew" userId="5b506559-2742-4d2b-9b68-5b6ca2cdd9c0" providerId="ADAL" clId="{65F86579-F59A-44FA-B179-98A7BD5A0995}" dt="2026-04-19T18:01:52.642" v="2570" actId="113"/>
          <ac:spMkLst>
            <pc:docMk/>
            <pc:sldMk cId="0" sldId="271"/>
            <ac:spMk id="2" creationId="{007EA0DA-75FF-6A8C-7200-F577798930B4}"/>
          </ac:spMkLst>
        </pc:spChg>
        <pc:spChg chg="add mod">
          <ac:chgData name="Maughan, Matthew" userId="5b506559-2742-4d2b-9b68-5b6ca2cdd9c0" providerId="ADAL" clId="{65F86579-F59A-44FA-B179-98A7BD5A0995}" dt="2026-04-19T18:02:06.110" v="2575" actId="20577"/>
          <ac:spMkLst>
            <pc:docMk/>
            <pc:sldMk cId="0" sldId="271"/>
            <ac:spMk id="3" creationId="{A50E9202-A9D8-9AC8-B81A-952064649210}"/>
          </ac:spMkLst>
        </pc:spChg>
        <pc:spChg chg="add mod">
          <ac:chgData name="Maughan, Matthew" userId="5b506559-2742-4d2b-9b68-5b6ca2cdd9c0" providerId="ADAL" clId="{65F86579-F59A-44FA-B179-98A7BD5A0995}" dt="2026-04-19T18:02:17.276" v="2580" actId="20577"/>
          <ac:spMkLst>
            <pc:docMk/>
            <pc:sldMk cId="0" sldId="271"/>
            <ac:spMk id="4" creationId="{A085DDD9-06CB-7E53-CF1E-6544FFEB018F}"/>
          </ac:spMkLst>
        </pc:spChg>
        <pc:spChg chg="add mod">
          <ac:chgData name="Maughan, Matthew" userId="5b506559-2742-4d2b-9b68-5b6ca2cdd9c0" providerId="ADAL" clId="{65F86579-F59A-44FA-B179-98A7BD5A0995}" dt="2026-04-19T18:02:27.015" v="2585" actId="20577"/>
          <ac:spMkLst>
            <pc:docMk/>
            <pc:sldMk cId="0" sldId="271"/>
            <ac:spMk id="5" creationId="{3E9EFB57-BE82-ECC2-74F3-5FA3C49819AB}"/>
          </ac:spMkLst>
        </pc:spChg>
        <pc:spChg chg="mod">
          <ac:chgData name="Maughan, Matthew" userId="5b506559-2742-4d2b-9b68-5b6ca2cdd9c0" providerId="ADAL" clId="{65F86579-F59A-44FA-B179-98A7BD5A0995}" dt="2026-04-19T18:02:56.505" v="2591" actId="20577"/>
          <ac:spMkLst>
            <pc:docMk/>
            <pc:sldMk cId="0" sldId="271"/>
            <ac:spMk id="230" creationId="{00000000-0000-0000-0000-000000000000}"/>
          </ac:spMkLst>
        </pc:spChg>
        <pc:spChg chg="mod">
          <ac:chgData name="Maughan, Matthew" userId="5b506559-2742-4d2b-9b68-5b6ca2cdd9c0" providerId="ADAL" clId="{65F86579-F59A-44FA-B179-98A7BD5A0995}" dt="2026-04-19T17:58:23.492" v="2484" actId="20577"/>
          <ac:spMkLst>
            <pc:docMk/>
            <pc:sldMk cId="0" sldId="271"/>
            <ac:spMk id="231" creationId="{00000000-0000-0000-0000-000000000000}"/>
          </ac:spMkLst>
        </pc:spChg>
        <pc:spChg chg="mod">
          <ac:chgData name="Maughan, Matthew" userId="5b506559-2742-4d2b-9b68-5b6ca2cdd9c0" providerId="ADAL" clId="{65F86579-F59A-44FA-B179-98A7BD5A0995}" dt="2026-04-19T18:03:27.390" v="2675" actId="20577"/>
          <ac:spMkLst>
            <pc:docMk/>
            <pc:sldMk cId="0" sldId="271"/>
            <ac:spMk id="232" creationId="{00000000-0000-0000-0000-000000000000}"/>
          </ac:spMkLst>
        </pc:spChg>
        <pc:spChg chg="mod">
          <ac:chgData name="Maughan, Matthew" userId="5b506559-2742-4d2b-9b68-5b6ca2cdd9c0" providerId="ADAL" clId="{65F86579-F59A-44FA-B179-98A7BD5A0995}" dt="2026-04-19T18:05:32.080" v="3050" actId="20577"/>
          <ac:spMkLst>
            <pc:docMk/>
            <pc:sldMk cId="0" sldId="271"/>
            <ac:spMk id="233" creationId="{00000000-0000-0000-0000-000000000000}"/>
          </ac:spMkLst>
        </pc:spChg>
        <pc:spChg chg="mod">
          <ac:chgData name="Maughan, Matthew" userId="5b506559-2742-4d2b-9b68-5b6ca2cdd9c0" providerId="ADAL" clId="{65F86579-F59A-44FA-B179-98A7BD5A0995}" dt="2026-04-19T17:57:37.055" v="2347" actId="20577"/>
          <ac:spMkLst>
            <pc:docMk/>
            <pc:sldMk cId="0" sldId="271"/>
            <ac:spMk id="234" creationId="{00000000-0000-0000-0000-000000000000}"/>
          </ac:spMkLst>
        </pc:spChg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72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73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74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75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76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77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78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79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80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81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82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83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84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85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86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87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88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89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90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91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92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93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94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95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96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97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98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299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300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301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302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303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304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305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306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307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308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309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310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311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312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313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314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315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316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317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318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319"/>
        </pc:sldMkLst>
      </pc:sldChg>
      <pc:sldChg chg="del">
        <pc:chgData name="Maughan, Matthew" userId="5b506559-2742-4d2b-9b68-5b6ca2cdd9c0" providerId="ADAL" clId="{65F86579-F59A-44FA-B179-98A7BD5A0995}" dt="2026-04-20T02:43:16.076" v="11762" actId="47"/>
        <pc:sldMkLst>
          <pc:docMk/>
          <pc:sldMk cId="0" sldId="320"/>
        </pc:sldMkLst>
      </pc:sldChg>
      <pc:sldChg chg="modSp new mod">
        <pc:chgData name="Maughan, Matthew" userId="5b506559-2742-4d2b-9b68-5b6ca2cdd9c0" providerId="ADAL" clId="{65F86579-F59A-44FA-B179-98A7BD5A0995}" dt="2026-04-19T18:09:19.893" v="3656" actId="20577"/>
        <pc:sldMkLst>
          <pc:docMk/>
          <pc:sldMk cId="3113733971" sldId="321"/>
        </pc:sldMkLst>
        <pc:spChg chg="mod">
          <ac:chgData name="Maughan, Matthew" userId="5b506559-2742-4d2b-9b68-5b6ca2cdd9c0" providerId="ADAL" clId="{65F86579-F59A-44FA-B179-98A7BD5A0995}" dt="2026-04-19T18:04:34.177" v="2844" actId="20577"/>
          <ac:spMkLst>
            <pc:docMk/>
            <pc:sldMk cId="3113733971" sldId="321"/>
            <ac:spMk id="2" creationId="{C78553BB-918E-90A9-1D4C-D01F055A338F}"/>
          </ac:spMkLst>
        </pc:spChg>
        <pc:spChg chg="mod">
          <ac:chgData name="Maughan, Matthew" userId="5b506559-2742-4d2b-9b68-5b6ca2cdd9c0" providerId="ADAL" clId="{65F86579-F59A-44FA-B179-98A7BD5A0995}" dt="2026-04-19T18:09:19.893" v="3656" actId="20577"/>
          <ac:spMkLst>
            <pc:docMk/>
            <pc:sldMk cId="3113733971" sldId="321"/>
            <ac:spMk id="3" creationId="{200C9645-E13F-733E-855F-433DEADB55C7}"/>
          </ac:spMkLst>
        </pc:spChg>
      </pc:sldChg>
      <pc:sldChg chg="modSp add mod ord">
        <pc:chgData name="Maughan, Matthew" userId="5b506559-2742-4d2b-9b68-5b6ca2cdd9c0" providerId="ADAL" clId="{65F86579-F59A-44FA-B179-98A7BD5A0995}" dt="2026-04-19T18:08:51.660" v="3622" actId="20577"/>
        <pc:sldMkLst>
          <pc:docMk/>
          <pc:sldMk cId="3853452468" sldId="322"/>
        </pc:sldMkLst>
        <pc:spChg chg="mod">
          <ac:chgData name="Maughan, Matthew" userId="5b506559-2742-4d2b-9b68-5b6ca2cdd9c0" providerId="ADAL" clId="{65F86579-F59A-44FA-B179-98A7BD5A0995}" dt="2026-04-19T18:08:51.660" v="3622" actId="20577"/>
          <ac:spMkLst>
            <pc:docMk/>
            <pc:sldMk cId="3853452468" sldId="322"/>
            <ac:spMk id="199" creationId="{128C8A5D-52CA-B180-C766-B2D3BE270CA5}"/>
          </ac:spMkLst>
        </pc:spChg>
      </pc:sldChg>
      <pc:sldChg chg="addSp delSp modSp new mod modNotesTx">
        <pc:chgData name="Maughan, Matthew" userId="5b506559-2742-4d2b-9b68-5b6ca2cdd9c0" providerId="ADAL" clId="{65F86579-F59A-44FA-B179-98A7BD5A0995}" dt="2026-04-19T18:49:15.739" v="5242" actId="20577"/>
        <pc:sldMkLst>
          <pc:docMk/>
          <pc:sldMk cId="1730818784" sldId="323"/>
        </pc:sldMkLst>
        <pc:spChg chg="mod">
          <ac:chgData name="Maughan, Matthew" userId="5b506559-2742-4d2b-9b68-5b6ca2cdd9c0" providerId="ADAL" clId="{65F86579-F59A-44FA-B179-98A7BD5A0995}" dt="2026-04-19T18:12:01.968" v="3926" actId="20577"/>
          <ac:spMkLst>
            <pc:docMk/>
            <pc:sldMk cId="1730818784" sldId="323"/>
            <ac:spMk id="2" creationId="{A855E82F-665E-0D84-DB24-5D7CBDD52571}"/>
          </ac:spMkLst>
        </pc:spChg>
        <pc:spChg chg="del">
          <ac:chgData name="Maughan, Matthew" userId="5b506559-2742-4d2b-9b68-5b6ca2cdd9c0" providerId="ADAL" clId="{65F86579-F59A-44FA-B179-98A7BD5A0995}" dt="2026-04-19T18:12:17.419" v="3927" actId="478"/>
          <ac:spMkLst>
            <pc:docMk/>
            <pc:sldMk cId="1730818784" sldId="323"/>
            <ac:spMk id="3" creationId="{C0D80BEF-4C9D-E85B-C1D4-B2CEA69A2C04}"/>
          </ac:spMkLst>
        </pc:spChg>
        <pc:spChg chg="add mod">
          <ac:chgData name="Maughan, Matthew" userId="5b506559-2742-4d2b-9b68-5b6ca2cdd9c0" providerId="ADAL" clId="{65F86579-F59A-44FA-B179-98A7BD5A0995}" dt="2026-04-19T18:40:06.267" v="4708" actId="1076"/>
          <ac:spMkLst>
            <pc:docMk/>
            <pc:sldMk cId="1730818784" sldId="323"/>
            <ac:spMk id="4" creationId="{2CC4500C-C975-DB0B-56A7-6B796EC2E174}"/>
          </ac:spMkLst>
        </pc:spChg>
        <pc:spChg chg="add mod">
          <ac:chgData name="Maughan, Matthew" userId="5b506559-2742-4d2b-9b68-5b6ca2cdd9c0" providerId="ADAL" clId="{65F86579-F59A-44FA-B179-98A7BD5A0995}" dt="2026-04-19T18:40:03.565" v="4707" actId="1076"/>
          <ac:spMkLst>
            <pc:docMk/>
            <pc:sldMk cId="1730818784" sldId="323"/>
            <ac:spMk id="5" creationId="{7FA09E7B-5649-88CC-2364-0BA41659B884}"/>
          </ac:spMkLst>
        </pc:spChg>
        <pc:spChg chg="add mod">
          <ac:chgData name="Maughan, Matthew" userId="5b506559-2742-4d2b-9b68-5b6ca2cdd9c0" providerId="ADAL" clId="{65F86579-F59A-44FA-B179-98A7BD5A0995}" dt="2026-04-19T18:34:50.734" v="4464" actId="1076"/>
          <ac:spMkLst>
            <pc:docMk/>
            <pc:sldMk cId="1730818784" sldId="323"/>
            <ac:spMk id="6" creationId="{4EFD0981-0F03-BEEC-430F-F60ACD28E78D}"/>
          </ac:spMkLst>
        </pc:spChg>
        <pc:spChg chg="add mod">
          <ac:chgData name="Maughan, Matthew" userId="5b506559-2742-4d2b-9b68-5b6ca2cdd9c0" providerId="ADAL" clId="{65F86579-F59A-44FA-B179-98A7BD5A0995}" dt="2026-04-19T18:43:50.183" v="4739" actId="13822"/>
          <ac:spMkLst>
            <pc:docMk/>
            <pc:sldMk cId="1730818784" sldId="323"/>
            <ac:spMk id="7" creationId="{BB4076D2-BF35-6116-058B-88C0D19FF3C8}"/>
          </ac:spMkLst>
        </pc:spChg>
        <pc:spChg chg="add mod">
          <ac:chgData name="Maughan, Matthew" userId="5b506559-2742-4d2b-9b68-5b6ca2cdd9c0" providerId="ADAL" clId="{65F86579-F59A-44FA-B179-98A7BD5A0995}" dt="2026-04-19T18:30:48.891" v="4296" actId="1036"/>
          <ac:spMkLst>
            <pc:docMk/>
            <pc:sldMk cId="1730818784" sldId="323"/>
            <ac:spMk id="14" creationId="{E7C58984-429A-9296-AD27-F93598E70FBC}"/>
          </ac:spMkLst>
        </pc:spChg>
        <pc:spChg chg="add del mod">
          <ac:chgData name="Maughan, Matthew" userId="5b506559-2742-4d2b-9b68-5b6ca2cdd9c0" providerId="ADAL" clId="{65F86579-F59A-44FA-B179-98A7BD5A0995}" dt="2026-04-19T18:30:27.251" v="4247" actId="478"/>
          <ac:spMkLst>
            <pc:docMk/>
            <pc:sldMk cId="1730818784" sldId="323"/>
            <ac:spMk id="15" creationId="{7AA73877-74B8-7B87-55CD-449DC30FE4A4}"/>
          </ac:spMkLst>
        </pc:spChg>
        <pc:spChg chg="add del mod">
          <ac:chgData name="Maughan, Matthew" userId="5b506559-2742-4d2b-9b68-5b6ca2cdd9c0" providerId="ADAL" clId="{65F86579-F59A-44FA-B179-98A7BD5A0995}" dt="2026-04-19T18:30:27.251" v="4247" actId="478"/>
          <ac:spMkLst>
            <pc:docMk/>
            <pc:sldMk cId="1730818784" sldId="323"/>
            <ac:spMk id="16" creationId="{D86BA86B-9BF3-86BD-92BA-1ECA60FA8104}"/>
          </ac:spMkLst>
        </pc:spChg>
        <pc:spChg chg="add mod">
          <ac:chgData name="Maughan, Matthew" userId="5b506559-2742-4d2b-9b68-5b6ca2cdd9c0" providerId="ADAL" clId="{65F86579-F59A-44FA-B179-98A7BD5A0995}" dt="2026-04-19T18:30:42.833" v="4293" actId="207"/>
          <ac:spMkLst>
            <pc:docMk/>
            <pc:sldMk cId="1730818784" sldId="323"/>
            <ac:spMk id="17" creationId="{153CDCAB-58B2-9EA1-9C37-198042626186}"/>
          </ac:spMkLst>
        </pc:spChg>
        <pc:spChg chg="add mod">
          <ac:chgData name="Maughan, Matthew" userId="5b506559-2742-4d2b-9b68-5b6ca2cdd9c0" providerId="ADAL" clId="{65F86579-F59A-44FA-B179-98A7BD5A0995}" dt="2026-04-19T18:30:46.259" v="4294" actId="207"/>
          <ac:spMkLst>
            <pc:docMk/>
            <pc:sldMk cId="1730818784" sldId="323"/>
            <ac:spMk id="18" creationId="{37FD732F-7D6E-D2DA-4496-8575AC096661}"/>
          </ac:spMkLst>
        </pc:spChg>
        <pc:spChg chg="add mod">
          <ac:chgData name="Maughan, Matthew" userId="5b506559-2742-4d2b-9b68-5b6ca2cdd9c0" providerId="ADAL" clId="{65F86579-F59A-44FA-B179-98A7BD5A0995}" dt="2026-04-19T18:31:19.410" v="4330" actId="207"/>
          <ac:spMkLst>
            <pc:docMk/>
            <pc:sldMk cId="1730818784" sldId="323"/>
            <ac:spMk id="19" creationId="{E5EE2290-139F-AA46-CC3D-954FDBD83033}"/>
          </ac:spMkLst>
        </pc:spChg>
        <pc:spChg chg="add mod">
          <ac:chgData name="Maughan, Matthew" userId="5b506559-2742-4d2b-9b68-5b6ca2cdd9c0" providerId="ADAL" clId="{65F86579-F59A-44FA-B179-98A7BD5A0995}" dt="2026-04-19T18:31:45.796" v="4351" actId="1076"/>
          <ac:spMkLst>
            <pc:docMk/>
            <pc:sldMk cId="1730818784" sldId="323"/>
            <ac:spMk id="20" creationId="{4B01BF9D-1EFB-DD5F-86F9-930675AED7FA}"/>
          </ac:spMkLst>
        </pc:spChg>
        <pc:spChg chg="add mod">
          <ac:chgData name="Maughan, Matthew" userId="5b506559-2742-4d2b-9b68-5b6ca2cdd9c0" providerId="ADAL" clId="{65F86579-F59A-44FA-B179-98A7BD5A0995}" dt="2026-04-19T18:32:05.358" v="4361" actId="1076"/>
          <ac:spMkLst>
            <pc:docMk/>
            <pc:sldMk cId="1730818784" sldId="323"/>
            <ac:spMk id="21" creationId="{B8EED06A-473D-B263-3BC7-7C6F250C085D}"/>
          </ac:spMkLst>
        </pc:spChg>
        <pc:spChg chg="add mod">
          <ac:chgData name="Maughan, Matthew" userId="5b506559-2742-4d2b-9b68-5b6ca2cdd9c0" providerId="ADAL" clId="{65F86579-F59A-44FA-B179-98A7BD5A0995}" dt="2026-04-19T18:33:58.517" v="4459" actId="1076"/>
          <ac:spMkLst>
            <pc:docMk/>
            <pc:sldMk cId="1730818784" sldId="323"/>
            <ac:spMk id="27" creationId="{FC5AE57C-808A-9232-03E3-0A2AD48713D5}"/>
          </ac:spMkLst>
        </pc:spChg>
        <pc:spChg chg="add mod">
          <ac:chgData name="Maughan, Matthew" userId="5b506559-2742-4d2b-9b68-5b6ca2cdd9c0" providerId="ADAL" clId="{65F86579-F59A-44FA-B179-98A7BD5A0995}" dt="2026-04-19T18:35:09.927" v="4470" actId="207"/>
          <ac:spMkLst>
            <pc:docMk/>
            <pc:sldMk cId="1730818784" sldId="323"/>
            <ac:spMk id="28" creationId="{FDC5CC21-A5C4-3C51-C00B-EC1E9CC9E748}"/>
          </ac:spMkLst>
        </pc:spChg>
        <pc:spChg chg="add mod">
          <ac:chgData name="Maughan, Matthew" userId="5b506559-2742-4d2b-9b68-5b6ca2cdd9c0" providerId="ADAL" clId="{65F86579-F59A-44FA-B179-98A7BD5A0995}" dt="2026-04-19T18:41:11.374" v="4730" actId="1038"/>
          <ac:spMkLst>
            <pc:docMk/>
            <pc:sldMk cId="1730818784" sldId="323"/>
            <ac:spMk id="29" creationId="{FDC10CD0-2D2B-F6C9-DE52-931C381269A6}"/>
          </ac:spMkLst>
        </pc:spChg>
        <pc:spChg chg="add mod">
          <ac:chgData name="Maughan, Matthew" userId="5b506559-2742-4d2b-9b68-5b6ca2cdd9c0" providerId="ADAL" clId="{65F86579-F59A-44FA-B179-98A7BD5A0995}" dt="2026-04-19T18:41:11.374" v="4730" actId="1038"/>
          <ac:spMkLst>
            <pc:docMk/>
            <pc:sldMk cId="1730818784" sldId="323"/>
            <ac:spMk id="30" creationId="{686C1DB4-9C4D-A896-9810-333D434A004D}"/>
          </ac:spMkLst>
        </pc:spChg>
        <pc:spChg chg="add mod">
          <ac:chgData name="Maughan, Matthew" userId="5b506559-2742-4d2b-9b68-5b6ca2cdd9c0" providerId="ADAL" clId="{65F86579-F59A-44FA-B179-98A7BD5A0995}" dt="2026-04-19T18:41:11.374" v="4730" actId="1038"/>
          <ac:spMkLst>
            <pc:docMk/>
            <pc:sldMk cId="1730818784" sldId="323"/>
            <ac:spMk id="31" creationId="{EDC99621-EFB1-69CA-CB0F-807724675FD8}"/>
          </ac:spMkLst>
        </pc:spChg>
        <pc:spChg chg="add mod">
          <ac:chgData name="Maughan, Matthew" userId="5b506559-2742-4d2b-9b68-5b6ca2cdd9c0" providerId="ADAL" clId="{65F86579-F59A-44FA-B179-98A7BD5A0995}" dt="2026-04-19T18:38:28.430" v="4661" actId="1076"/>
          <ac:spMkLst>
            <pc:docMk/>
            <pc:sldMk cId="1730818784" sldId="323"/>
            <ac:spMk id="32" creationId="{54AF830B-4C35-4174-91F0-E46BBA3C4AC8}"/>
          </ac:spMkLst>
        </pc:spChg>
        <pc:spChg chg="add mod">
          <ac:chgData name="Maughan, Matthew" userId="5b506559-2742-4d2b-9b68-5b6ca2cdd9c0" providerId="ADAL" clId="{65F86579-F59A-44FA-B179-98A7BD5A0995}" dt="2026-04-19T18:41:11.374" v="4730" actId="1038"/>
          <ac:spMkLst>
            <pc:docMk/>
            <pc:sldMk cId="1730818784" sldId="323"/>
            <ac:spMk id="33" creationId="{5DFA9239-C73E-DA73-59CA-4777427D1BF4}"/>
          </ac:spMkLst>
        </pc:spChg>
        <pc:spChg chg="add mod">
          <ac:chgData name="Maughan, Matthew" userId="5b506559-2742-4d2b-9b68-5b6ca2cdd9c0" providerId="ADAL" clId="{65F86579-F59A-44FA-B179-98A7BD5A0995}" dt="2026-04-19T18:41:11.374" v="4730" actId="1038"/>
          <ac:spMkLst>
            <pc:docMk/>
            <pc:sldMk cId="1730818784" sldId="323"/>
            <ac:spMk id="34" creationId="{D0D6A179-E852-FDC0-FB3A-BE658A808310}"/>
          </ac:spMkLst>
        </pc:spChg>
        <pc:spChg chg="add mod">
          <ac:chgData name="Maughan, Matthew" userId="5b506559-2742-4d2b-9b68-5b6ca2cdd9c0" providerId="ADAL" clId="{65F86579-F59A-44FA-B179-98A7BD5A0995}" dt="2026-04-19T18:41:11.374" v="4730" actId="1038"/>
          <ac:spMkLst>
            <pc:docMk/>
            <pc:sldMk cId="1730818784" sldId="323"/>
            <ac:spMk id="35" creationId="{568F30C0-F92D-100A-E485-299CBDCE0AA6}"/>
          </ac:spMkLst>
        </pc:spChg>
        <pc:spChg chg="add mod">
          <ac:chgData name="Maughan, Matthew" userId="5b506559-2742-4d2b-9b68-5b6ca2cdd9c0" providerId="ADAL" clId="{65F86579-F59A-44FA-B179-98A7BD5A0995}" dt="2026-04-19T18:41:11.374" v="4730" actId="1038"/>
          <ac:spMkLst>
            <pc:docMk/>
            <pc:sldMk cId="1730818784" sldId="323"/>
            <ac:spMk id="36" creationId="{9FE7764E-E641-72BD-444D-9007361CDC28}"/>
          </ac:spMkLst>
        </pc:spChg>
        <pc:spChg chg="add mod">
          <ac:chgData name="Maughan, Matthew" userId="5b506559-2742-4d2b-9b68-5b6ca2cdd9c0" providerId="ADAL" clId="{65F86579-F59A-44FA-B179-98A7BD5A0995}" dt="2026-04-19T18:44:27.612" v="4750" actId="207"/>
          <ac:spMkLst>
            <pc:docMk/>
            <pc:sldMk cId="1730818784" sldId="323"/>
            <ac:spMk id="37" creationId="{842A0950-FF83-7CF3-9CCB-20C470C1A0D9}"/>
          </ac:spMkLst>
        </pc:spChg>
        <pc:spChg chg="add mod">
          <ac:chgData name="Maughan, Matthew" userId="5b506559-2742-4d2b-9b68-5b6ca2cdd9c0" providerId="ADAL" clId="{65F86579-F59A-44FA-B179-98A7BD5A0995}" dt="2026-04-19T18:41:11.374" v="4730" actId="1038"/>
          <ac:spMkLst>
            <pc:docMk/>
            <pc:sldMk cId="1730818784" sldId="323"/>
            <ac:spMk id="38" creationId="{800D6482-2822-5AA7-BB0B-6A6C75F25E74}"/>
          </ac:spMkLst>
        </pc:spChg>
        <pc:spChg chg="add mod">
          <ac:chgData name="Maughan, Matthew" userId="5b506559-2742-4d2b-9b68-5b6ca2cdd9c0" providerId="ADAL" clId="{65F86579-F59A-44FA-B179-98A7BD5A0995}" dt="2026-04-19T18:46:28.374" v="4781" actId="1076"/>
          <ac:spMkLst>
            <pc:docMk/>
            <pc:sldMk cId="1730818784" sldId="323"/>
            <ac:spMk id="73" creationId="{374339AB-E9BD-7141-AE41-E691FC1AEBB7}"/>
          </ac:spMkLst>
        </pc:spChg>
        <pc:picChg chg="add del mod">
          <ac:chgData name="Maughan, Matthew" userId="5b506559-2742-4d2b-9b68-5b6ca2cdd9c0" providerId="ADAL" clId="{65F86579-F59A-44FA-B179-98A7BD5A0995}" dt="2026-04-19T18:14:24.320" v="4065" actId="478"/>
          <ac:picMkLst>
            <pc:docMk/>
            <pc:sldMk cId="1730818784" sldId="323"/>
            <ac:picMk id="9" creationId="{0F354B94-C9C2-B783-60E9-96EDBE26DE63}"/>
          </ac:picMkLst>
        </pc:picChg>
        <pc:picChg chg="add mod">
          <ac:chgData name="Maughan, Matthew" userId="5b506559-2742-4d2b-9b68-5b6ca2cdd9c0" providerId="ADAL" clId="{65F86579-F59A-44FA-B179-98A7BD5A0995}" dt="2026-04-19T18:33:06.615" v="4392" actId="1076"/>
          <ac:picMkLst>
            <pc:docMk/>
            <pc:sldMk cId="1730818784" sldId="323"/>
            <ac:picMk id="10" creationId="{26E17BBE-892A-8736-4D66-E804DB4D1DB1}"/>
          </ac:picMkLst>
        </pc:picChg>
        <pc:picChg chg="add mod">
          <ac:chgData name="Maughan, Matthew" userId="5b506559-2742-4d2b-9b68-5b6ca2cdd9c0" providerId="ADAL" clId="{65F86579-F59A-44FA-B179-98A7BD5A0995}" dt="2026-04-19T18:33:14.092" v="4396" actId="1076"/>
          <ac:picMkLst>
            <pc:docMk/>
            <pc:sldMk cId="1730818784" sldId="323"/>
            <ac:picMk id="11" creationId="{84AC71E3-4098-A424-5573-94148DFDFF98}"/>
          </ac:picMkLst>
        </pc:picChg>
        <pc:picChg chg="add mod">
          <ac:chgData name="Maughan, Matthew" userId="5b506559-2742-4d2b-9b68-5b6ca2cdd9c0" providerId="ADAL" clId="{65F86579-F59A-44FA-B179-98A7BD5A0995}" dt="2026-04-19T18:33:08.710" v="4393" actId="1076"/>
          <ac:picMkLst>
            <pc:docMk/>
            <pc:sldMk cId="1730818784" sldId="323"/>
            <ac:picMk id="12" creationId="{35AB16C4-975F-871F-C75F-4E87D280568D}"/>
          </ac:picMkLst>
        </pc:picChg>
        <pc:picChg chg="add del mod">
          <ac:chgData name="Maughan, Matthew" userId="5b506559-2742-4d2b-9b68-5b6ca2cdd9c0" providerId="ADAL" clId="{65F86579-F59A-44FA-B179-98A7BD5A0995}" dt="2026-04-19T18:14:22.392" v="4064" actId="478"/>
          <ac:picMkLst>
            <pc:docMk/>
            <pc:sldMk cId="1730818784" sldId="323"/>
            <ac:picMk id="13" creationId="{B26FBBCC-9DA1-EAF4-4619-1FBE7645896E}"/>
          </ac:picMkLst>
        </pc:picChg>
        <pc:picChg chg="add mod">
          <ac:chgData name="Maughan, Matthew" userId="5b506559-2742-4d2b-9b68-5b6ca2cdd9c0" providerId="ADAL" clId="{65F86579-F59A-44FA-B179-98A7BD5A0995}" dt="2026-04-19T18:33:17.233" v="4398" actId="1076"/>
          <ac:picMkLst>
            <pc:docMk/>
            <pc:sldMk cId="1730818784" sldId="323"/>
            <ac:picMk id="22" creationId="{28A6204A-9AF2-499E-D4DC-835E4283D7FE}"/>
          </ac:picMkLst>
        </pc:picChg>
        <pc:picChg chg="add mod">
          <ac:chgData name="Maughan, Matthew" userId="5b506559-2742-4d2b-9b68-5b6ca2cdd9c0" providerId="ADAL" clId="{65F86579-F59A-44FA-B179-98A7BD5A0995}" dt="2026-04-19T18:33:40.128" v="4446" actId="1036"/>
          <ac:picMkLst>
            <pc:docMk/>
            <pc:sldMk cId="1730818784" sldId="323"/>
            <ac:picMk id="23" creationId="{F93AA129-B9FA-D544-4725-7F14EE96682A}"/>
          </ac:picMkLst>
        </pc:picChg>
        <pc:picChg chg="add mod">
          <ac:chgData name="Maughan, Matthew" userId="5b506559-2742-4d2b-9b68-5b6ca2cdd9c0" providerId="ADAL" clId="{65F86579-F59A-44FA-B179-98A7BD5A0995}" dt="2026-04-19T18:33:40.128" v="4446" actId="1036"/>
          <ac:picMkLst>
            <pc:docMk/>
            <pc:sldMk cId="1730818784" sldId="323"/>
            <ac:picMk id="24" creationId="{FFC8C5F8-FB22-1105-0245-4BC32F62F424}"/>
          </ac:picMkLst>
        </pc:picChg>
        <pc:picChg chg="add mod">
          <ac:chgData name="Maughan, Matthew" userId="5b506559-2742-4d2b-9b68-5b6ca2cdd9c0" providerId="ADAL" clId="{65F86579-F59A-44FA-B179-98A7BD5A0995}" dt="2026-04-19T18:33:40.128" v="4446" actId="1036"/>
          <ac:picMkLst>
            <pc:docMk/>
            <pc:sldMk cId="1730818784" sldId="323"/>
            <ac:picMk id="25" creationId="{863B423E-5069-B618-549E-A30821A78D5F}"/>
          </ac:picMkLst>
        </pc:picChg>
        <pc:picChg chg="add mod">
          <ac:chgData name="Maughan, Matthew" userId="5b506559-2742-4d2b-9b68-5b6ca2cdd9c0" providerId="ADAL" clId="{65F86579-F59A-44FA-B179-98A7BD5A0995}" dt="2026-04-19T18:33:40.128" v="4446" actId="1036"/>
          <ac:picMkLst>
            <pc:docMk/>
            <pc:sldMk cId="1730818784" sldId="323"/>
            <ac:picMk id="26" creationId="{D56DD31E-11AE-1685-84F6-4CC9DF80E01B}"/>
          </ac:picMkLst>
        </pc:picChg>
        <pc:cxnChg chg="add mod">
          <ac:chgData name="Maughan, Matthew" userId="5b506559-2742-4d2b-9b68-5b6ca2cdd9c0" providerId="ADAL" clId="{65F86579-F59A-44FA-B179-98A7BD5A0995}" dt="2026-04-19T18:43:30.687" v="4734" actId="14100"/>
          <ac:cxnSpMkLst>
            <pc:docMk/>
            <pc:sldMk cId="1730818784" sldId="323"/>
            <ac:cxnSpMk id="40" creationId="{6BB9FBE5-1645-BF96-6930-99D46DA3FE91}"/>
          </ac:cxnSpMkLst>
        </pc:cxnChg>
        <pc:cxnChg chg="add mod">
          <ac:chgData name="Maughan, Matthew" userId="5b506559-2742-4d2b-9b68-5b6ca2cdd9c0" providerId="ADAL" clId="{65F86579-F59A-44FA-B179-98A7BD5A0995}" dt="2026-04-19T18:43:38.437" v="4737" actId="14100"/>
          <ac:cxnSpMkLst>
            <pc:docMk/>
            <pc:sldMk cId="1730818784" sldId="323"/>
            <ac:cxnSpMk id="44" creationId="{A3D0533C-4340-ECA7-F268-11CB0F3964D9}"/>
          </ac:cxnSpMkLst>
        </pc:cxnChg>
        <pc:cxnChg chg="add mod">
          <ac:chgData name="Maughan, Matthew" userId="5b506559-2742-4d2b-9b68-5b6ca2cdd9c0" providerId="ADAL" clId="{65F86579-F59A-44FA-B179-98A7BD5A0995}" dt="2026-04-19T18:44:02.949" v="4742" actId="14100"/>
          <ac:cxnSpMkLst>
            <pc:docMk/>
            <pc:sldMk cId="1730818784" sldId="323"/>
            <ac:cxnSpMk id="47" creationId="{992AEB69-4ADB-22B9-B550-0D57E6F9E209}"/>
          </ac:cxnSpMkLst>
        </pc:cxnChg>
        <pc:cxnChg chg="add mod">
          <ac:chgData name="Maughan, Matthew" userId="5b506559-2742-4d2b-9b68-5b6ca2cdd9c0" providerId="ADAL" clId="{65F86579-F59A-44FA-B179-98A7BD5A0995}" dt="2026-04-19T18:44:10.519" v="4746" actId="14100"/>
          <ac:cxnSpMkLst>
            <pc:docMk/>
            <pc:sldMk cId="1730818784" sldId="323"/>
            <ac:cxnSpMk id="50" creationId="{03AD4B32-FEE7-5E9E-810F-A2DF688F2832}"/>
          </ac:cxnSpMkLst>
        </pc:cxnChg>
        <pc:cxnChg chg="add mod">
          <ac:chgData name="Maughan, Matthew" userId="5b506559-2742-4d2b-9b68-5b6ca2cdd9c0" providerId="ADAL" clId="{65F86579-F59A-44FA-B179-98A7BD5A0995}" dt="2026-04-19T18:44:41.453" v="4752" actId="14100"/>
          <ac:cxnSpMkLst>
            <pc:docMk/>
            <pc:sldMk cId="1730818784" sldId="323"/>
            <ac:cxnSpMk id="53" creationId="{AF0C452C-D85A-E5E8-80D0-7E12FE7EB3CA}"/>
          </ac:cxnSpMkLst>
        </pc:cxnChg>
        <pc:cxnChg chg="add mod">
          <ac:chgData name="Maughan, Matthew" userId="5b506559-2742-4d2b-9b68-5b6ca2cdd9c0" providerId="ADAL" clId="{65F86579-F59A-44FA-B179-98A7BD5A0995}" dt="2026-04-19T18:44:55.549" v="4756" actId="14100"/>
          <ac:cxnSpMkLst>
            <pc:docMk/>
            <pc:sldMk cId="1730818784" sldId="323"/>
            <ac:cxnSpMk id="56" creationId="{AA7A7210-B76B-664E-EFB4-F2EDB993E9A2}"/>
          </ac:cxnSpMkLst>
        </pc:cxnChg>
        <pc:cxnChg chg="add mod">
          <ac:chgData name="Maughan, Matthew" userId="5b506559-2742-4d2b-9b68-5b6ca2cdd9c0" providerId="ADAL" clId="{65F86579-F59A-44FA-B179-98A7BD5A0995}" dt="2026-04-19T18:45:11.646" v="4761" actId="14100"/>
          <ac:cxnSpMkLst>
            <pc:docMk/>
            <pc:sldMk cId="1730818784" sldId="323"/>
            <ac:cxnSpMk id="59" creationId="{CF6D0BA2-CC0B-6DC3-778D-16E24C4057CF}"/>
          </ac:cxnSpMkLst>
        </pc:cxnChg>
        <pc:cxnChg chg="add del mod">
          <ac:chgData name="Maughan, Matthew" userId="5b506559-2742-4d2b-9b68-5b6ca2cdd9c0" providerId="ADAL" clId="{65F86579-F59A-44FA-B179-98A7BD5A0995}" dt="2026-04-19T18:45:39.920" v="4772" actId="478"/>
          <ac:cxnSpMkLst>
            <pc:docMk/>
            <pc:sldMk cId="1730818784" sldId="323"/>
            <ac:cxnSpMk id="63" creationId="{F9FAC8C2-4744-7084-41BB-FAF1782BFE6D}"/>
          </ac:cxnSpMkLst>
        </pc:cxnChg>
        <pc:cxnChg chg="add del mod">
          <ac:chgData name="Maughan, Matthew" userId="5b506559-2742-4d2b-9b68-5b6ca2cdd9c0" providerId="ADAL" clId="{65F86579-F59A-44FA-B179-98A7BD5A0995}" dt="2026-04-19T18:45:37.149" v="4771" actId="478"/>
          <ac:cxnSpMkLst>
            <pc:docMk/>
            <pc:sldMk cId="1730818784" sldId="323"/>
            <ac:cxnSpMk id="66" creationId="{F979ECBF-9D5D-2BA5-9775-AE085DAFCAC7}"/>
          </ac:cxnSpMkLst>
        </pc:cxnChg>
        <pc:cxnChg chg="add del mod">
          <ac:chgData name="Maughan, Matthew" userId="5b506559-2742-4d2b-9b68-5b6ca2cdd9c0" providerId="ADAL" clId="{65F86579-F59A-44FA-B179-98A7BD5A0995}" dt="2026-04-19T18:46:41.643" v="4785" actId="478"/>
          <ac:cxnSpMkLst>
            <pc:docMk/>
            <pc:sldMk cId="1730818784" sldId="323"/>
            <ac:cxnSpMk id="70" creationId="{6BA5EB9F-13A6-0FF8-2552-BDA15156FCC3}"/>
          </ac:cxnSpMkLst>
        </pc:cxnChg>
        <pc:cxnChg chg="add mod">
          <ac:chgData name="Maughan, Matthew" userId="5b506559-2742-4d2b-9b68-5b6ca2cdd9c0" providerId="ADAL" clId="{65F86579-F59A-44FA-B179-98A7BD5A0995}" dt="2026-04-19T18:46:50.044" v="4788" actId="14100"/>
          <ac:cxnSpMkLst>
            <pc:docMk/>
            <pc:sldMk cId="1730818784" sldId="323"/>
            <ac:cxnSpMk id="77" creationId="{38EFC943-5CFC-7BEE-5798-F5FD0177F94E}"/>
          </ac:cxnSpMkLst>
        </pc:cxnChg>
        <pc:cxnChg chg="add mod">
          <ac:chgData name="Maughan, Matthew" userId="5b506559-2742-4d2b-9b68-5b6ca2cdd9c0" providerId="ADAL" clId="{65F86579-F59A-44FA-B179-98A7BD5A0995}" dt="2026-04-19T18:47:06.852" v="4792" actId="14100"/>
          <ac:cxnSpMkLst>
            <pc:docMk/>
            <pc:sldMk cId="1730818784" sldId="323"/>
            <ac:cxnSpMk id="80" creationId="{B6C815FA-1585-38AF-0107-22FF5C310EB0}"/>
          </ac:cxnSpMkLst>
        </pc:cxnChg>
        <pc:cxnChg chg="add mod">
          <ac:chgData name="Maughan, Matthew" userId="5b506559-2742-4d2b-9b68-5b6ca2cdd9c0" providerId="ADAL" clId="{65F86579-F59A-44FA-B179-98A7BD5A0995}" dt="2026-04-19T18:47:16.117" v="4796" actId="14100"/>
          <ac:cxnSpMkLst>
            <pc:docMk/>
            <pc:sldMk cId="1730818784" sldId="323"/>
            <ac:cxnSpMk id="83" creationId="{28DAC217-E4FD-C801-FC0E-B8F6CEF95EDA}"/>
          </ac:cxnSpMkLst>
        </pc:cxnChg>
      </pc:sldChg>
      <pc:sldChg chg="modSp add mod ord">
        <pc:chgData name="Maughan, Matthew" userId="5b506559-2742-4d2b-9b68-5b6ca2cdd9c0" providerId="ADAL" clId="{65F86579-F59A-44FA-B179-98A7BD5A0995}" dt="2026-04-19T18:49:50.247" v="5286" actId="20577"/>
        <pc:sldMkLst>
          <pc:docMk/>
          <pc:sldMk cId="1881649656" sldId="324"/>
        </pc:sldMkLst>
        <pc:spChg chg="mod">
          <ac:chgData name="Maughan, Matthew" userId="5b506559-2742-4d2b-9b68-5b6ca2cdd9c0" providerId="ADAL" clId="{65F86579-F59A-44FA-B179-98A7BD5A0995}" dt="2026-04-19T18:49:50.247" v="5286" actId="20577"/>
          <ac:spMkLst>
            <pc:docMk/>
            <pc:sldMk cId="1881649656" sldId="324"/>
            <ac:spMk id="199" creationId="{217EB0EB-EF6C-9A79-324A-258DDC849F7D}"/>
          </ac:spMkLst>
        </pc:spChg>
      </pc:sldChg>
      <pc:sldChg chg="addSp delSp modSp new mod modClrScheme delAnim modAnim chgLayout">
        <pc:chgData name="Maughan, Matthew" userId="5b506559-2742-4d2b-9b68-5b6ca2cdd9c0" providerId="ADAL" clId="{65F86579-F59A-44FA-B179-98A7BD5A0995}" dt="2026-04-20T01:49:38.512" v="8398" actId="20577"/>
        <pc:sldMkLst>
          <pc:docMk/>
          <pc:sldMk cId="3567905531" sldId="325"/>
        </pc:sldMkLst>
        <pc:spChg chg="del mod ord">
          <ac:chgData name="Maughan, Matthew" userId="5b506559-2742-4d2b-9b68-5b6ca2cdd9c0" providerId="ADAL" clId="{65F86579-F59A-44FA-B179-98A7BD5A0995}" dt="2026-04-19T18:50:00.857" v="5288" actId="700"/>
          <ac:spMkLst>
            <pc:docMk/>
            <pc:sldMk cId="3567905531" sldId="325"/>
            <ac:spMk id="2" creationId="{9E2A5DFC-425B-308A-D791-69457743FBA4}"/>
          </ac:spMkLst>
        </pc:spChg>
        <pc:spChg chg="del mod ord">
          <ac:chgData name="Maughan, Matthew" userId="5b506559-2742-4d2b-9b68-5b6ca2cdd9c0" providerId="ADAL" clId="{65F86579-F59A-44FA-B179-98A7BD5A0995}" dt="2026-04-19T18:50:00.857" v="5288" actId="700"/>
          <ac:spMkLst>
            <pc:docMk/>
            <pc:sldMk cId="3567905531" sldId="325"/>
            <ac:spMk id="3" creationId="{6AC29966-632E-DFB8-53D4-B5A1008584B3}"/>
          </ac:spMkLst>
        </pc:spChg>
        <pc:spChg chg="add mod ord">
          <ac:chgData name="Maughan, Matthew" userId="5b506559-2742-4d2b-9b68-5b6ca2cdd9c0" providerId="ADAL" clId="{65F86579-F59A-44FA-B179-98A7BD5A0995}" dt="2026-04-20T01:49:38.512" v="8398" actId="20577"/>
          <ac:spMkLst>
            <pc:docMk/>
            <pc:sldMk cId="3567905531" sldId="325"/>
            <ac:spMk id="4" creationId="{7C1490E6-D0CD-875E-3687-9F56865722A4}"/>
          </ac:spMkLst>
        </pc:spChg>
        <pc:spChg chg="add del mod ord">
          <ac:chgData name="Maughan, Matthew" userId="5b506559-2742-4d2b-9b68-5b6ca2cdd9c0" providerId="ADAL" clId="{65F86579-F59A-44FA-B179-98A7BD5A0995}" dt="2026-04-19T18:50:49.387" v="5319" actId="700"/>
          <ac:spMkLst>
            <pc:docMk/>
            <pc:sldMk cId="3567905531" sldId="325"/>
            <ac:spMk id="5" creationId="{9E739F0D-3FC0-0137-EB9A-EB2622885B4F}"/>
          </ac:spMkLst>
        </pc:spChg>
        <pc:spChg chg="add del mod ord">
          <ac:chgData name="Maughan, Matthew" userId="5b506559-2742-4d2b-9b68-5b6ca2cdd9c0" providerId="ADAL" clId="{65F86579-F59A-44FA-B179-98A7BD5A0995}" dt="2026-04-19T18:50:49.387" v="5319" actId="700"/>
          <ac:spMkLst>
            <pc:docMk/>
            <pc:sldMk cId="3567905531" sldId="325"/>
            <ac:spMk id="6" creationId="{65EEEF29-2411-A7AC-10D5-C32066D2B04B}"/>
          </ac:spMkLst>
        </pc:spChg>
        <pc:spChg chg="add del mod ord">
          <ac:chgData name="Maughan, Matthew" userId="5b506559-2742-4d2b-9b68-5b6ca2cdd9c0" providerId="ADAL" clId="{65F86579-F59A-44FA-B179-98A7BD5A0995}" dt="2026-04-19T19:00:13.770" v="5320" actId="478"/>
          <ac:spMkLst>
            <pc:docMk/>
            <pc:sldMk cId="3567905531" sldId="325"/>
            <ac:spMk id="7" creationId="{DEDE3EB4-8AC7-1BD8-B67E-6A4C9C34AD38}"/>
          </ac:spMkLst>
        </pc:spChg>
        <pc:spChg chg="add del">
          <ac:chgData name="Maughan, Matthew" userId="5b506559-2742-4d2b-9b68-5b6ca2cdd9c0" providerId="ADAL" clId="{65F86579-F59A-44FA-B179-98A7BD5A0995}" dt="2026-04-19T19:03:14.756" v="5340" actId="478"/>
          <ac:spMkLst>
            <pc:docMk/>
            <pc:sldMk cId="3567905531" sldId="325"/>
            <ac:spMk id="14" creationId="{172D8005-2489-3C03-8E61-94EA27360F7D}"/>
          </ac:spMkLst>
        </pc:spChg>
        <pc:spChg chg="add mod">
          <ac:chgData name="Maughan, Matthew" userId="5b506559-2742-4d2b-9b68-5b6ca2cdd9c0" providerId="ADAL" clId="{65F86579-F59A-44FA-B179-98A7BD5A0995}" dt="2026-04-20T00:48:16.601" v="6809" actId="1076"/>
          <ac:spMkLst>
            <pc:docMk/>
            <pc:sldMk cId="3567905531" sldId="325"/>
            <ac:spMk id="15" creationId="{63FC02AA-30A6-E2C0-68BC-8A0B92699675}"/>
          </ac:spMkLst>
        </pc:spChg>
        <pc:spChg chg="add del mod">
          <ac:chgData name="Maughan, Matthew" userId="5b506559-2742-4d2b-9b68-5b6ca2cdd9c0" providerId="ADAL" clId="{65F86579-F59A-44FA-B179-98A7BD5A0995}" dt="2026-04-20T00:30:42.180" v="6208" actId="478"/>
          <ac:spMkLst>
            <pc:docMk/>
            <pc:sldMk cId="3567905531" sldId="325"/>
            <ac:spMk id="16" creationId="{812405DC-D5F4-EE1F-FA35-DB03095B9CD4}"/>
          </ac:spMkLst>
        </pc:spChg>
        <pc:spChg chg="add mod">
          <ac:chgData name="Maughan, Matthew" userId="5b506559-2742-4d2b-9b68-5b6ca2cdd9c0" providerId="ADAL" clId="{65F86579-F59A-44FA-B179-98A7BD5A0995}" dt="2026-04-20T00:37:07.330" v="6230" actId="1076"/>
          <ac:spMkLst>
            <pc:docMk/>
            <pc:sldMk cId="3567905531" sldId="325"/>
            <ac:spMk id="21" creationId="{DA7B3A6A-A17A-7648-4845-7D497DD808AC}"/>
          </ac:spMkLst>
        </pc:spChg>
        <pc:spChg chg="add del mod">
          <ac:chgData name="Maughan, Matthew" userId="5b506559-2742-4d2b-9b68-5b6ca2cdd9c0" providerId="ADAL" clId="{65F86579-F59A-44FA-B179-98A7BD5A0995}" dt="2026-04-20T00:38:23.138" v="6399" actId="478"/>
          <ac:spMkLst>
            <pc:docMk/>
            <pc:sldMk cId="3567905531" sldId="325"/>
            <ac:spMk id="22" creationId="{8B20E44F-7675-9E4F-AE07-A5DEFC32C282}"/>
          </ac:spMkLst>
        </pc:spChg>
        <pc:spChg chg="add del mod">
          <ac:chgData name="Maughan, Matthew" userId="5b506559-2742-4d2b-9b68-5b6ca2cdd9c0" providerId="ADAL" clId="{65F86579-F59A-44FA-B179-98A7BD5A0995}" dt="2026-04-20T00:38:45.907" v="6402" actId="478"/>
          <ac:spMkLst>
            <pc:docMk/>
            <pc:sldMk cId="3567905531" sldId="325"/>
            <ac:spMk id="23" creationId="{57C6CD93-B979-E4AB-0C1B-01E5E730CE69}"/>
          </ac:spMkLst>
        </pc:spChg>
        <pc:graphicFrameChg chg="add mod">
          <ac:chgData name="Maughan, Matthew" userId="5b506559-2742-4d2b-9b68-5b6ca2cdd9c0" providerId="ADAL" clId="{65F86579-F59A-44FA-B179-98A7BD5A0995}" dt="2026-04-19T19:00:16.128" v="5323"/>
          <ac:graphicFrameMkLst>
            <pc:docMk/>
            <pc:sldMk cId="3567905531" sldId="325"/>
            <ac:graphicFrameMk id="8" creationId="{624BD2C8-7E6D-9A81-EBD9-7CE23018CC14}"/>
          </ac:graphicFrameMkLst>
        </pc:graphicFrameChg>
        <pc:graphicFrameChg chg="add mod">
          <ac:chgData name="Maughan, Matthew" userId="5b506559-2742-4d2b-9b68-5b6ca2cdd9c0" providerId="ADAL" clId="{65F86579-F59A-44FA-B179-98A7BD5A0995}" dt="2026-04-19T19:01:42.746" v="5328"/>
          <ac:graphicFrameMkLst>
            <pc:docMk/>
            <pc:sldMk cId="3567905531" sldId="325"/>
            <ac:graphicFrameMk id="10" creationId="{624BD2C8-7E6D-9A81-EBD9-7CE23018CC14}"/>
          </ac:graphicFrameMkLst>
        </pc:graphicFrameChg>
        <pc:graphicFrameChg chg="add mod">
          <ac:chgData name="Maughan, Matthew" userId="5b506559-2742-4d2b-9b68-5b6ca2cdd9c0" providerId="ADAL" clId="{65F86579-F59A-44FA-B179-98A7BD5A0995}" dt="2026-04-19T19:02:29.858" v="5333"/>
          <ac:graphicFrameMkLst>
            <pc:docMk/>
            <pc:sldMk cId="3567905531" sldId="325"/>
            <ac:graphicFrameMk id="12" creationId="{5E9C701B-8945-26F9-2CA8-B0ACB948A38D}"/>
          </ac:graphicFrameMkLst>
        </pc:graphicFrameChg>
        <pc:picChg chg="add del">
          <ac:chgData name="Maughan, Matthew" userId="5b506559-2742-4d2b-9b68-5b6ca2cdd9c0" providerId="ADAL" clId="{65F86579-F59A-44FA-B179-98A7BD5A0995}" dt="2026-04-19T19:00:30.427" v="5325" actId="478"/>
          <ac:picMkLst>
            <pc:docMk/>
            <pc:sldMk cId="3567905531" sldId="325"/>
            <ac:picMk id="9" creationId="{D2158BA7-B54E-C2D7-87D6-4F32D7CAA109}"/>
          </ac:picMkLst>
        </pc:picChg>
        <pc:picChg chg="add del mod">
          <ac:chgData name="Maughan, Matthew" userId="5b506559-2742-4d2b-9b68-5b6ca2cdd9c0" providerId="ADAL" clId="{65F86579-F59A-44FA-B179-98A7BD5A0995}" dt="2026-04-20T00:30:16.652" v="6206" actId="478"/>
          <ac:picMkLst>
            <pc:docMk/>
            <pc:sldMk cId="3567905531" sldId="325"/>
            <ac:picMk id="11" creationId="{D912D6B2-37CE-E119-51DA-5573AE6E1163}"/>
          </ac:picMkLst>
        </pc:picChg>
        <pc:picChg chg="add del mod">
          <ac:chgData name="Maughan, Matthew" userId="5b506559-2742-4d2b-9b68-5b6ca2cdd9c0" providerId="ADAL" clId="{65F86579-F59A-44FA-B179-98A7BD5A0995}" dt="2026-04-20T00:30:39.195" v="6207" actId="478"/>
          <ac:picMkLst>
            <pc:docMk/>
            <pc:sldMk cId="3567905531" sldId="325"/>
            <ac:picMk id="13" creationId="{B6BB8EB4-C732-D6BB-C63C-D0584042E520}"/>
          </ac:picMkLst>
        </pc:picChg>
        <pc:picChg chg="add del mod">
          <ac:chgData name="Maughan, Matthew" userId="5b506559-2742-4d2b-9b68-5b6ca2cdd9c0" providerId="ADAL" clId="{65F86579-F59A-44FA-B179-98A7BD5A0995}" dt="2026-04-20T00:36:08.835" v="6211" actId="478"/>
          <ac:picMkLst>
            <pc:docMk/>
            <pc:sldMk cId="3567905531" sldId="325"/>
            <ac:picMk id="18" creationId="{6704542B-3691-9F27-3106-86DF11713D3E}"/>
          </ac:picMkLst>
        </pc:picChg>
        <pc:picChg chg="add mod">
          <ac:chgData name="Maughan, Matthew" userId="5b506559-2742-4d2b-9b68-5b6ca2cdd9c0" providerId="ADAL" clId="{65F86579-F59A-44FA-B179-98A7BD5A0995}" dt="2026-04-20T00:36:57.875" v="6228" actId="1035"/>
          <ac:picMkLst>
            <pc:docMk/>
            <pc:sldMk cId="3567905531" sldId="325"/>
            <ac:picMk id="20" creationId="{9B8CA4E4-A784-AC7A-3189-820493F92CA3}"/>
          </ac:picMkLst>
        </pc:picChg>
      </pc:sldChg>
      <pc:sldChg chg="addSp delSp modSp new del mod modClrScheme chgLayout">
        <pc:chgData name="Maughan, Matthew" userId="5b506559-2742-4d2b-9b68-5b6ca2cdd9c0" providerId="ADAL" clId="{65F86579-F59A-44FA-B179-98A7BD5A0995}" dt="2026-04-20T01:49:22.854" v="8396" actId="47"/>
        <pc:sldMkLst>
          <pc:docMk/>
          <pc:sldMk cId="3017050559" sldId="326"/>
        </pc:sldMkLst>
        <pc:spChg chg="del">
          <ac:chgData name="Maughan, Matthew" userId="5b506559-2742-4d2b-9b68-5b6ca2cdd9c0" providerId="ADAL" clId="{65F86579-F59A-44FA-B179-98A7BD5A0995}" dt="2026-04-19T18:50:26.017" v="5318" actId="26606"/>
          <ac:spMkLst>
            <pc:docMk/>
            <pc:sldMk cId="3017050559" sldId="326"/>
            <ac:spMk id="2" creationId="{4A58BAF8-28E8-734B-26C5-2FD04BB69AE0}"/>
          </ac:spMkLst>
        </pc:spChg>
        <pc:spChg chg="del">
          <ac:chgData name="Maughan, Matthew" userId="5b506559-2742-4d2b-9b68-5b6ca2cdd9c0" providerId="ADAL" clId="{65F86579-F59A-44FA-B179-98A7BD5A0995}" dt="2026-04-19T18:50:26.017" v="5318" actId="26606"/>
          <ac:spMkLst>
            <pc:docMk/>
            <pc:sldMk cId="3017050559" sldId="326"/>
            <ac:spMk id="3" creationId="{C5084F3F-97D2-A485-3067-D9DE2F24AE32}"/>
          </ac:spMkLst>
        </pc:spChg>
        <pc:spChg chg="del">
          <ac:chgData name="Maughan, Matthew" userId="5b506559-2742-4d2b-9b68-5b6ca2cdd9c0" providerId="ADAL" clId="{65F86579-F59A-44FA-B179-98A7BD5A0995}" dt="2026-04-19T18:50:26.017" v="5318" actId="26606"/>
          <ac:spMkLst>
            <pc:docMk/>
            <pc:sldMk cId="3017050559" sldId="326"/>
            <ac:spMk id="4" creationId="{1508F84A-CE41-A565-A5AE-9E732CC7C65D}"/>
          </ac:spMkLst>
        </pc:spChg>
        <pc:spChg chg="add mod">
          <ac:chgData name="Maughan, Matthew" userId="5b506559-2742-4d2b-9b68-5b6ca2cdd9c0" providerId="ADAL" clId="{65F86579-F59A-44FA-B179-98A7BD5A0995}" dt="2026-04-19T18:50:26.017" v="5318" actId="26606"/>
          <ac:spMkLst>
            <pc:docMk/>
            <pc:sldMk cId="3017050559" sldId="326"/>
            <ac:spMk id="9" creationId="{53AC58F8-C79E-3E3F-ADD2-38E720203567}"/>
          </ac:spMkLst>
        </pc:spChg>
      </pc:sldChg>
      <pc:sldChg chg="addSp delSp modSp new mod">
        <pc:chgData name="Maughan, Matthew" userId="5b506559-2742-4d2b-9b68-5b6ca2cdd9c0" providerId="ADAL" clId="{65F86579-F59A-44FA-B179-98A7BD5A0995}" dt="2026-04-20T01:46:30.107" v="8194" actId="1076"/>
        <pc:sldMkLst>
          <pc:docMk/>
          <pc:sldMk cId="2961815100" sldId="327"/>
        </pc:sldMkLst>
        <pc:spChg chg="mod">
          <ac:chgData name="Maughan, Matthew" userId="5b506559-2742-4d2b-9b68-5b6ca2cdd9c0" providerId="ADAL" clId="{65F86579-F59A-44FA-B179-98A7BD5A0995}" dt="2026-04-20T01:31:54.100" v="7391" actId="20577"/>
          <ac:spMkLst>
            <pc:docMk/>
            <pc:sldMk cId="2961815100" sldId="327"/>
            <ac:spMk id="2" creationId="{289A78FF-F78D-E044-A89D-C3C8CF69B0C4}"/>
          </ac:spMkLst>
        </pc:spChg>
        <pc:spChg chg="del">
          <ac:chgData name="Maughan, Matthew" userId="5b506559-2742-4d2b-9b68-5b6ca2cdd9c0" providerId="ADAL" clId="{65F86579-F59A-44FA-B179-98A7BD5A0995}" dt="2026-04-20T01:31:28.145" v="7364" actId="478"/>
          <ac:spMkLst>
            <pc:docMk/>
            <pc:sldMk cId="2961815100" sldId="327"/>
            <ac:spMk id="3" creationId="{9939BF81-743A-0314-F1A6-4C20487E72AB}"/>
          </ac:spMkLst>
        </pc:spChg>
        <pc:spChg chg="add mod">
          <ac:chgData name="Maughan, Matthew" userId="5b506559-2742-4d2b-9b68-5b6ca2cdd9c0" providerId="ADAL" clId="{65F86579-F59A-44FA-B179-98A7BD5A0995}" dt="2026-04-20T01:32:40.225" v="7419" actId="208"/>
          <ac:spMkLst>
            <pc:docMk/>
            <pc:sldMk cId="2961815100" sldId="327"/>
            <ac:spMk id="6" creationId="{B5FD69AF-7FB5-8EB5-DA7E-7874A6606810}"/>
          </ac:spMkLst>
        </pc:spChg>
        <pc:spChg chg="add mod">
          <ac:chgData name="Maughan, Matthew" userId="5b506559-2742-4d2b-9b68-5b6ca2cdd9c0" providerId="ADAL" clId="{65F86579-F59A-44FA-B179-98A7BD5A0995}" dt="2026-04-20T01:32:50.288" v="7431" actId="20577"/>
          <ac:spMkLst>
            <pc:docMk/>
            <pc:sldMk cId="2961815100" sldId="327"/>
            <ac:spMk id="7" creationId="{6357221A-3E99-A645-FAD9-92D328537A2C}"/>
          </ac:spMkLst>
        </pc:spChg>
        <pc:spChg chg="add mod">
          <ac:chgData name="Maughan, Matthew" userId="5b506559-2742-4d2b-9b68-5b6ca2cdd9c0" providerId="ADAL" clId="{65F86579-F59A-44FA-B179-98A7BD5A0995}" dt="2026-04-20T01:43:44.426" v="8093" actId="1076"/>
          <ac:spMkLst>
            <pc:docMk/>
            <pc:sldMk cId="2961815100" sldId="327"/>
            <ac:spMk id="8" creationId="{794FEF78-0630-38D8-E197-E5B4C716340E}"/>
          </ac:spMkLst>
        </pc:spChg>
        <pc:spChg chg="add mod">
          <ac:chgData name="Maughan, Matthew" userId="5b506559-2742-4d2b-9b68-5b6ca2cdd9c0" providerId="ADAL" clId="{65F86579-F59A-44FA-B179-98A7BD5A0995}" dt="2026-04-20T01:46:30.107" v="8194" actId="1076"/>
          <ac:spMkLst>
            <pc:docMk/>
            <pc:sldMk cId="2961815100" sldId="327"/>
            <ac:spMk id="9" creationId="{ECED1A22-3F42-B501-4B02-B2764770B0E3}"/>
          </ac:spMkLst>
        </pc:spChg>
        <pc:graphicFrameChg chg="add mod modGraphic">
          <ac:chgData name="Maughan, Matthew" userId="5b506559-2742-4d2b-9b68-5b6ca2cdd9c0" providerId="ADAL" clId="{65F86579-F59A-44FA-B179-98A7BD5A0995}" dt="2026-04-20T01:45:56.857" v="8171" actId="20577"/>
          <ac:graphicFrameMkLst>
            <pc:docMk/>
            <pc:sldMk cId="2961815100" sldId="327"/>
            <ac:graphicFrameMk id="4" creationId="{86AD074B-3D0D-40F3-4548-6ADBAA2D242B}"/>
          </ac:graphicFrameMkLst>
        </pc:graphicFrameChg>
        <pc:graphicFrameChg chg="add mod modGraphic">
          <ac:chgData name="Maughan, Matthew" userId="5b506559-2742-4d2b-9b68-5b6ca2cdd9c0" providerId="ADAL" clId="{65F86579-F59A-44FA-B179-98A7BD5A0995}" dt="2026-04-20T01:45:52.650" v="8166" actId="20577"/>
          <ac:graphicFrameMkLst>
            <pc:docMk/>
            <pc:sldMk cId="2961815100" sldId="327"/>
            <ac:graphicFrameMk id="5" creationId="{71FC43A2-420F-F9F5-2AA1-29CBBC8AC207}"/>
          </ac:graphicFrameMkLst>
        </pc:graphicFrameChg>
      </pc:sldChg>
      <pc:sldChg chg="delSp modSp add del mod ord delAnim">
        <pc:chgData name="Maughan, Matthew" userId="5b506559-2742-4d2b-9b68-5b6ca2cdd9c0" providerId="ADAL" clId="{65F86579-F59A-44FA-B179-98A7BD5A0995}" dt="2026-04-20T01:49:20.579" v="8395" actId="47"/>
        <pc:sldMkLst>
          <pc:docMk/>
          <pc:sldMk cId="390505620" sldId="328"/>
        </pc:sldMkLst>
        <pc:spChg chg="mod">
          <ac:chgData name="Maughan, Matthew" userId="5b506559-2742-4d2b-9b68-5b6ca2cdd9c0" providerId="ADAL" clId="{65F86579-F59A-44FA-B179-98A7BD5A0995}" dt="2026-04-20T01:06:59.794" v="6937" actId="20577"/>
          <ac:spMkLst>
            <pc:docMk/>
            <pc:sldMk cId="390505620" sldId="328"/>
            <ac:spMk id="4" creationId="{EF3810C7-6721-90A6-AB31-D95BA458530D}"/>
          </ac:spMkLst>
        </pc:spChg>
        <pc:spChg chg="del">
          <ac:chgData name="Maughan, Matthew" userId="5b506559-2742-4d2b-9b68-5b6ca2cdd9c0" providerId="ADAL" clId="{65F86579-F59A-44FA-B179-98A7BD5A0995}" dt="2026-04-20T01:13:52.818" v="7152" actId="478"/>
          <ac:spMkLst>
            <pc:docMk/>
            <pc:sldMk cId="390505620" sldId="328"/>
            <ac:spMk id="15" creationId="{9596DA73-702E-0CEF-F469-EA6A432B621D}"/>
          </ac:spMkLst>
        </pc:spChg>
        <pc:spChg chg="del">
          <ac:chgData name="Maughan, Matthew" userId="5b506559-2742-4d2b-9b68-5b6ca2cdd9c0" providerId="ADAL" clId="{65F86579-F59A-44FA-B179-98A7BD5A0995}" dt="2026-04-20T01:13:49.972" v="7151" actId="478"/>
          <ac:spMkLst>
            <pc:docMk/>
            <pc:sldMk cId="390505620" sldId="328"/>
            <ac:spMk id="16" creationId="{15C8F0E3-90AA-6698-33E2-1E06DEED2263}"/>
          </ac:spMkLst>
        </pc:spChg>
        <pc:picChg chg="del">
          <ac:chgData name="Maughan, Matthew" userId="5b506559-2742-4d2b-9b68-5b6ca2cdd9c0" providerId="ADAL" clId="{65F86579-F59A-44FA-B179-98A7BD5A0995}" dt="2026-04-20T01:13:45.035" v="7149" actId="478"/>
          <ac:picMkLst>
            <pc:docMk/>
            <pc:sldMk cId="390505620" sldId="328"/>
            <ac:picMk id="11" creationId="{0A3D5B05-141A-C148-F14B-04E29E08CB7F}"/>
          </ac:picMkLst>
        </pc:picChg>
        <pc:picChg chg="del">
          <ac:chgData name="Maughan, Matthew" userId="5b506559-2742-4d2b-9b68-5b6ca2cdd9c0" providerId="ADAL" clId="{65F86579-F59A-44FA-B179-98A7BD5A0995}" dt="2026-04-20T01:13:46.939" v="7150" actId="478"/>
          <ac:picMkLst>
            <pc:docMk/>
            <pc:sldMk cId="390505620" sldId="328"/>
            <ac:picMk id="13" creationId="{27CF4EF4-30E8-F168-4A77-3CD2E9C216F4}"/>
          </ac:picMkLst>
        </pc:picChg>
      </pc:sldChg>
      <pc:sldChg chg="modSp new del mod ord">
        <pc:chgData name="Maughan, Matthew" userId="5b506559-2742-4d2b-9b68-5b6ca2cdd9c0" providerId="ADAL" clId="{65F86579-F59A-44FA-B179-98A7BD5A0995}" dt="2026-04-20T01:49:18.181" v="8394" actId="47"/>
        <pc:sldMkLst>
          <pc:docMk/>
          <pc:sldMk cId="458009242" sldId="329"/>
        </pc:sldMkLst>
        <pc:spChg chg="mod">
          <ac:chgData name="Maughan, Matthew" userId="5b506559-2742-4d2b-9b68-5b6ca2cdd9c0" providerId="ADAL" clId="{65F86579-F59A-44FA-B179-98A7BD5A0995}" dt="2026-04-19T19:27:51.396" v="6026" actId="20577"/>
          <ac:spMkLst>
            <pc:docMk/>
            <pc:sldMk cId="458009242" sldId="329"/>
            <ac:spMk id="2" creationId="{97D4C76C-88AD-29DA-75C8-9361FBC000CF}"/>
          </ac:spMkLst>
        </pc:spChg>
      </pc:sldChg>
      <pc:sldChg chg="addSp delSp modSp new mod">
        <pc:chgData name="Maughan, Matthew" userId="5b506559-2742-4d2b-9b68-5b6ca2cdd9c0" providerId="ADAL" clId="{65F86579-F59A-44FA-B179-98A7BD5A0995}" dt="2026-04-20T00:49:01.665" v="6835" actId="20577"/>
        <pc:sldMkLst>
          <pc:docMk/>
          <pc:sldMk cId="4136224658" sldId="330"/>
        </pc:sldMkLst>
        <pc:spChg chg="mod">
          <ac:chgData name="Maughan, Matthew" userId="5b506559-2742-4d2b-9b68-5b6ca2cdd9c0" providerId="ADAL" clId="{65F86579-F59A-44FA-B179-98A7BD5A0995}" dt="2026-04-20T00:49:01.665" v="6835" actId="20577"/>
          <ac:spMkLst>
            <pc:docMk/>
            <pc:sldMk cId="4136224658" sldId="330"/>
            <ac:spMk id="2" creationId="{6DD5DEEB-8354-1707-7EC9-9E1C3277D427}"/>
          </ac:spMkLst>
        </pc:spChg>
        <pc:spChg chg="del">
          <ac:chgData name="Maughan, Matthew" userId="5b506559-2742-4d2b-9b68-5b6ca2cdd9c0" providerId="ADAL" clId="{65F86579-F59A-44FA-B179-98A7BD5A0995}" dt="2026-04-19T23:15:54.484" v="6149" actId="478"/>
          <ac:spMkLst>
            <pc:docMk/>
            <pc:sldMk cId="4136224658" sldId="330"/>
            <ac:spMk id="3" creationId="{D4069B66-9546-026B-0E53-698106B0E701}"/>
          </ac:spMkLst>
        </pc:spChg>
        <pc:spChg chg="add del">
          <ac:chgData name="Maughan, Matthew" userId="5b506559-2742-4d2b-9b68-5b6ca2cdd9c0" providerId="ADAL" clId="{65F86579-F59A-44FA-B179-98A7BD5A0995}" dt="2026-04-19T23:14:51.537" v="6148" actId="22"/>
          <ac:spMkLst>
            <pc:docMk/>
            <pc:sldMk cId="4136224658" sldId="330"/>
            <ac:spMk id="5" creationId="{9C1C4138-135E-A0DB-5725-2B53F1BCA42E}"/>
          </ac:spMkLst>
        </pc:spChg>
        <pc:spChg chg="add del">
          <ac:chgData name="Maughan, Matthew" userId="5b506559-2742-4d2b-9b68-5b6ca2cdd9c0" providerId="ADAL" clId="{65F86579-F59A-44FA-B179-98A7BD5A0995}" dt="2026-04-19T23:15:56.671" v="6151" actId="22"/>
          <ac:spMkLst>
            <pc:docMk/>
            <pc:sldMk cId="4136224658" sldId="330"/>
            <ac:spMk id="7" creationId="{8A4D05B1-84CD-3A52-9691-6F2329E11411}"/>
          </ac:spMkLst>
        </pc:spChg>
        <pc:spChg chg="add del">
          <ac:chgData name="Maughan, Matthew" userId="5b506559-2742-4d2b-9b68-5b6ca2cdd9c0" providerId="ADAL" clId="{65F86579-F59A-44FA-B179-98A7BD5A0995}" dt="2026-04-19T23:18:42.778" v="6184" actId="11529"/>
          <ac:spMkLst>
            <pc:docMk/>
            <pc:sldMk cId="4136224658" sldId="330"/>
            <ac:spMk id="10" creationId="{D4BF17D7-044A-E62D-3650-55065C7F012F}"/>
          </ac:spMkLst>
        </pc:spChg>
        <pc:picChg chg="add del mod">
          <ac:chgData name="Maughan, Matthew" userId="5b506559-2742-4d2b-9b68-5b6ca2cdd9c0" providerId="ADAL" clId="{65F86579-F59A-44FA-B179-98A7BD5A0995}" dt="2026-04-20T00:47:53.507" v="6786" actId="478"/>
          <ac:picMkLst>
            <pc:docMk/>
            <pc:sldMk cId="4136224658" sldId="330"/>
            <ac:picMk id="9" creationId="{B6B4FC29-E022-1178-C34B-9C58FF18C8F7}"/>
          </ac:picMkLst>
        </pc:picChg>
        <pc:picChg chg="add mod">
          <ac:chgData name="Maughan, Matthew" userId="5b506559-2742-4d2b-9b68-5b6ca2cdd9c0" providerId="ADAL" clId="{65F86579-F59A-44FA-B179-98A7BD5A0995}" dt="2026-04-20T00:48:32.402" v="6811" actId="1076"/>
          <ac:picMkLst>
            <pc:docMk/>
            <pc:sldMk cId="4136224658" sldId="330"/>
            <ac:picMk id="12" creationId="{D6BD3991-BA2A-5ACA-DA9D-F9F7CA74E30F}"/>
          </ac:picMkLst>
        </pc:picChg>
        <pc:picChg chg="add mod">
          <ac:chgData name="Maughan, Matthew" userId="5b506559-2742-4d2b-9b68-5b6ca2cdd9c0" providerId="ADAL" clId="{65F86579-F59A-44FA-B179-98A7BD5A0995}" dt="2026-04-20T00:48:41.932" v="6814" actId="14100"/>
          <ac:picMkLst>
            <pc:docMk/>
            <pc:sldMk cId="4136224658" sldId="330"/>
            <ac:picMk id="13" creationId="{5B760354-A255-F039-D9A9-6DD754A68241}"/>
          </ac:picMkLst>
        </pc:picChg>
      </pc:sldChg>
      <pc:sldChg chg="addSp delSp modSp new mod">
        <pc:chgData name="Maughan, Matthew" userId="5b506559-2742-4d2b-9b68-5b6ca2cdd9c0" providerId="ADAL" clId="{65F86579-F59A-44FA-B179-98A7BD5A0995}" dt="2026-04-20T01:11:26.190" v="6958" actId="1440"/>
        <pc:sldMkLst>
          <pc:docMk/>
          <pc:sldMk cId="2815623193" sldId="331"/>
        </pc:sldMkLst>
        <pc:spChg chg="mod">
          <ac:chgData name="Maughan, Matthew" userId="5b506559-2742-4d2b-9b68-5b6ca2cdd9c0" providerId="ADAL" clId="{65F86579-F59A-44FA-B179-98A7BD5A0995}" dt="2026-04-20T00:50:17.589" v="6903" actId="313"/>
          <ac:spMkLst>
            <pc:docMk/>
            <pc:sldMk cId="2815623193" sldId="331"/>
            <ac:spMk id="2" creationId="{4453FFA9-86CE-6697-F952-541F0897CC97}"/>
          </ac:spMkLst>
        </pc:spChg>
        <pc:spChg chg="del">
          <ac:chgData name="Maughan, Matthew" userId="5b506559-2742-4d2b-9b68-5b6ca2cdd9c0" providerId="ADAL" clId="{65F86579-F59A-44FA-B179-98A7BD5A0995}" dt="2026-04-20T01:07:10.782" v="6938" actId="478"/>
          <ac:spMkLst>
            <pc:docMk/>
            <pc:sldMk cId="2815623193" sldId="331"/>
            <ac:spMk id="3" creationId="{6F9DBE08-285C-9E40-C331-6EAA5152BDF8}"/>
          </ac:spMkLst>
        </pc:spChg>
        <pc:picChg chg="add del mod">
          <ac:chgData name="Maughan, Matthew" userId="5b506559-2742-4d2b-9b68-5b6ca2cdd9c0" providerId="ADAL" clId="{65F86579-F59A-44FA-B179-98A7BD5A0995}" dt="2026-04-20T01:10:30.929" v="6944" actId="931"/>
          <ac:picMkLst>
            <pc:docMk/>
            <pc:sldMk cId="2815623193" sldId="331"/>
            <ac:picMk id="5" creationId="{5F12BF4B-2D05-9C75-B30B-56976464F24C}"/>
          </ac:picMkLst>
        </pc:picChg>
        <pc:picChg chg="add mod">
          <ac:chgData name="Maughan, Matthew" userId="5b506559-2742-4d2b-9b68-5b6ca2cdd9c0" providerId="ADAL" clId="{65F86579-F59A-44FA-B179-98A7BD5A0995}" dt="2026-04-20T01:10:56.289" v="6952" actId="1076"/>
          <ac:picMkLst>
            <pc:docMk/>
            <pc:sldMk cId="2815623193" sldId="331"/>
            <ac:picMk id="7" creationId="{38413E12-C06F-3996-D5B8-A3BE6B7FD616}"/>
          </ac:picMkLst>
        </pc:picChg>
        <pc:picChg chg="add mod">
          <ac:chgData name="Maughan, Matthew" userId="5b506559-2742-4d2b-9b68-5b6ca2cdd9c0" providerId="ADAL" clId="{65F86579-F59A-44FA-B179-98A7BD5A0995}" dt="2026-04-20T01:11:26.190" v="6958" actId="1440"/>
          <ac:picMkLst>
            <pc:docMk/>
            <pc:sldMk cId="2815623193" sldId="331"/>
            <ac:picMk id="9" creationId="{C8B0E0E8-40F5-CB4E-D01E-0A732A5D2C89}"/>
          </ac:picMkLst>
        </pc:picChg>
      </pc:sldChg>
      <pc:sldChg chg="addSp delSp modSp new mod">
        <pc:chgData name="Maughan, Matthew" userId="5b506559-2742-4d2b-9b68-5b6ca2cdd9c0" providerId="ADAL" clId="{65F86579-F59A-44FA-B179-98A7BD5A0995}" dt="2026-04-20T01:16:36.695" v="7189" actId="20577"/>
        <pc:sldMkLst>
          <pc:docMk/>
          <pc:sldMk cId="1009506885" sldId="332"/>
        </pc:sldMkLst>
        <pc:spChg chg="mod">
          <ac:chgData name="Maughan, Matthew" userId="5b506559-2742-4d2b-9b68-5b6ca2cdd9c0" providerId="ADAL" clId="{65F86579-F59A-44FA-B179-98A7BD5A0995}" dt="2026-04-20T01:16:36.695" v="7189" actId="20577"/>
          <ac:spMkLst>
            <pc:docMk/>
            <pc:sldMk cId="1009506885" sldId="332"/>
            <ac:spMk id="2" creationId="{A7011C32-DAF1-5C61-22E3-8F3DB280E95E}"/>
          </ac:spMkLst>
        </pc:spChg>
        <pc:spChg chg="del">
          <ac:chgData name="Maughan, Matthew" userId="5b506559-2742-4d2b-9b68-5b6ca2cdd9c0" providerId="ADAL" clId="{65F86579-F59A-44FA-B179-98A7BD5A0995}" dt="2026-04-20T01:07:56.795" v="6940" actId="478"/>
          <ac:spMkLst>
            <pc:docMk/>
            <pc:sldMk cId="1009506885" sldId="332"/>
            <ac:spMk id="3" creationId="{FE94BDEC-9177-E0A1-BE85-457B3931A169}"/>
          </ac:spMkLst>
        </pc:spChg>
        <pc:picChg chg="add mod">
          <ac:chgData name="Maughan, Matthew" userId="5b506559-2742-4d2b-9b68-5b6ca2cdd9c0" providerId="ADAL" clId="{65F86579-F59A-44FA-B179-98A7BD5A0995}" dt="2026-04-20T01:16:25.104" v="7161" actId="1076"/>
          <ac:picMkLst>
            <pc:docMk/>
            <pc:sldMk cId="1009506885" sldId="332"/>
            <ac:picMk id="2050" creationId="{4312F800-2504-90DF-94C0-D2A67E4C4DE3}"/>
          </ac:picMkLst>
        </pc:picChg>
        <pc:picChg chg="add mod">
          <ac:chgData name="Maughan, Matthew" userId="5b506559-2742-4d2b-9b68-5b6ca2cdd9c0" providerId="ADAL" clId="{65F86579-F59A-44FA-B179-98A7BD5A0995}" dt="2026-04-20T01:16:26.448" v="7162" actId="1076"/>
          <ac:picMkLst>
            <pc:docMk/>
            <pc:sldMk cId="1009506885" sldId="332"/>
            <ac:picMk id="2052" creationId="{6F28455E-BF26-B179-5328-F3B130B85BBA}"/>
          </ac:picMkLst>
        </pc:picChg>
        <pc:picChg chg="add mod">
          <ac:chgData name="Maughan, Matthew" userId="5b506559-2742-4d2b-9b68-5b6ca2cdd9c0" providerId="ADAL" clId="{65F86579-F59A-44FA-B179-98A7BD5A0995}" dt="2026-04-20T01:16:29.191" v="7164" actId="14100"/>
          <ac:picMkLst>
            <pc:docMk/>
            <pc:sldMk cId="1009506885" sldId="332"/>
            <ac:picMk id="2054" creationId="{693132EA-5169-3179-7C72-26C4EC968071}"/>
          </ac:picMkLst>
        </pc:picChg>
      </pc:sldChg>
      <pc:sldChg chg="modSp new mod">
        <pc:chgData name="Maughan, Matthew" userId="5b506559-2742-4d2b-9b68-5b6ca2cdd9c0" providerId="ADAL" clId="{65F86579-F59A-44FA-B179-98A7BD5A0995}" dt="2026-04-20T02:41:54.255" v="11723" actId="20577"/>
        <pc:sldMkLst>
          <pc:docMk/>
          <pc:sldMk cId="615845378" sldId="333"/>
        </pc:sldMkLst>
        <pc:spChg chg="mod">
          <ac:chgData name="Maughan, Matthew" userId="5b506559-2742-4d2b-9b68-5b6ca2cdd9c0" providerId="ADAL" clId="{65F86579-F59A-44FA-B179-98A7BD5A0995}" dt="2026-04-20T01:13:01.513" v="7007" actId="20577"/>
          <ac:spMkLst>
            <pc:docMk/>
            <pc:sldMk cId="615845378" sldId="333"/>
            <ac:spMk id="2" creationId="{B0407A82-EDF8-7755-2F05-F2FB5D17AEDD}"/>
          </ac:spMkLst>
        </pc:spChg>
        <pc:spChg chg="mod">
          <ac:chgData name="Maughan, Matthew" userId="5b506559-2742-4d2b-9b68-5b6ca2cdd9c0" providerId="ADAL" clId="{65F86579-F59A-44FA-B179-98A7BD5A0995}" dt="2026-04-20T02:41:54.255" v="11723" actId="20577"/>
          <ac:spMkLst>
            <pc:docMk/>
            <pc:sldMk cId="615845378" sldId="333"/>
            <ac:spMk id="3" creationId="{0D35BAD6-DF25-D3B7-26B3-931736D1BDFD}"/>
          </ac:spMkLst>
        </pc:spChg>
      </pc:sldChg>
      <pc:sldChg chg="addSp delSp modSp new del mod">
        <pc:chgData name="Maughan, Matthew" userId="5b506559-2742-4d2b-9b68-5b6ca2cdd9c0" providerId="ADAL" clId="{65F86579-F59A-44FA-B179-98A7BD5A0995}" dt="2026-04-20T01:50:20.518" v="8430" actId="47"/>
        <pc:sldMkLst>
          <pc:docMk/>
          <pc:sldMk cId="111580475" sldId="334"/>
        </pc:sldMkLst>
        <pc:spChg chg="mod">
          <ac:chgData name="Maughan, Matthew" userId="5b506559-2742-4d2b-9b68-5b6ca2cdd9c0" providerId="ADAL" clId="{65F86579-F59A-44FA-B179-98A7BD5A0995}" dt="2026-04-20T01:50:04.394" v="8427" actId="20577"/>
          <ac:spMkLst>
            <pc:docMk/>
            <pc:sldMk cId="111580475" sldId="334"/>
            <ac:spMk id="2" creationId="{4014780E-304C-5927-21FA-6B1299DBA985}"/>
          </ac:spMkLst>
        </pc:spChg>
        <pc:spChg chg="del">
          <ac:chgData name="Maughan, Matthew" userId="5b506559-2742-4d2b-9b68-5b6ca2cdd9c0" providerId="ADAL" clId="{65F86579-F59A-44FA-B179-98A7BD5A0995}" dt="2026-04-20T01:50:15.662" v="8429" actId="478"/>
          <ac:spMkLst>
            <pc:docMk/>
            <pc:sldMk cId="111580475" sldId="334"/>
            <ac:spMk id="3" creationId="{6FDEB901-A154-06C1-8BEE-11F067452327}"/>
          </ac:spMkLst>
        </pc:spChg>
        <pc:spChg chg="add mod">
          <ac:chgData name="Maughan, Matthew" userId="5b506559-2742-4d2b-9b68-5b6ca2cdd9c0" providerId="ADAL" clId="{65F86579-F59A-44FA-B179-98A7BD5A0995}" dt="2026-04-20T01:50:12.427" v="8428"/>
          <ac:spMkLst>
            <pc:docMk/>
            <pc:sldMk cId="111580475" sldId="334"/>
            <ac:spMk id="5" creationId="{C9F01F0B-4189-8777-A338-D8C22A08A0B2}"/>
          </ac:spMkLst>
        </pc:spChg>
        <pc:graphicFrameChg chg="add mod">
          <ac:chgData name="Maughan, Matthew" userId="5b506559-2742-4d2b-9b68-5b6ca2cdd9c0" providerId="ADAL" clId="{65F86579-F59A-44FA-B179-98A7BD5A0995}" dt="2026-04-20T01:50:12.427" v="8428"/>
          <ac:graphicFrameMkLst>
            <pc:docMk/>
            <pc:sldMk cId="111580475" sldId="334"/>
            <ac:graphicFrameMk id="4" creationId="{249041B8-A8FA-686E-E72A-00AF3ABD0F2C}"/>
          </ac:graphicFrameMkLst>
        </pc:graphicFrameChg>
      </pc:sldChg>
      <pc:sldChg chg="delSp modSp add mod">
        <pc:chgData name="Maughan, Matthew" userId="5b506559-2742-4d2b-9b68-5b6ca2cdd9c0" providerId="ADAL" clId="{65F86579-F59A-44FA-B179-98A7BD5A0995}" dt="2026-04-20T02:36:59.624" v="10924" actId="20577"/>
        <pc:sldMkLst>
          <pc:docMk/>
          <pc:sldMk cId="3295972104" sldId="334"/>
        </pc:sldMkLst>
        <pc:spChg chg="mod">
          <ac:chgData name="Maughan, Matthew" userId="5b506559-2742-4d2b-9b68-5b6ca2cdd9c0" providerId="ADAL" clId="{65F86579-F59A-44FA-B179-98A7BD5A0995}" dt="2026-04-20T01:50:30.498" v="8461" actId="20577"/>
          <ac:spMkLst>
            <pc:docMk/>
            <pc:sldMk cId="3295972104" sldId="334"/>
            <ac:spMk id="2" creationId="{B71FAB14-9D17-A680-FF2B-5E7AC0A3839C}"/>
          </ac:spMkLst>
        </pc:spChg>
        <pc:spChg chg="mod">
          <ac:chgData name="Maughan, Matthew" userId="5b506559-2742-4d2b-9b68-5b6ca2cdd9c0" providerId="ADAL" clId="{65F86579-F59A-44FA-B179-98A7BD5A0995}" dt="2026-04-20T02:04:40.789" v="10004" actId="113"/>
          <ac:spMkLst>
            <pc:docMk/>
            <pc:sldMk cId="3295972104" sldId="334"/>
            <ac:spMk id="6" creationId="{0D5BA351-448A-576A-2278-78EF682C46BE}"/>
          </ac:spMkLst>
        </pc:spChg>
        <pc:spChg chg="mod">
          <ac:chgData name="Maughan, Matthew" userId="5b506559-2742-4d2b-9b68-5b6ca2cdd9c0" providerId="ADAL" clId="{65F86579-F59A-44FA-B179-98A7BD5A0995}" dt="2026-04-20T02:05:05.057" v="10010" actId="1076"/>
          <ac:spMkLst>
            <pc:docMk/>
            <pc:sldMk cId="3295972104" sldId="334"/>
            <ac:spMk id="7" creationId="{8E66FCFA-58CA-4804-96EC-F98340F9966E}"/>
          </ac:spMkLst>
        </pc:spChg>
        <pc:spChg chg="del mod">
          <ac:chgData name="Maughan, Matthew" userId="5b506559-2742-4d2b-9b68-5b6ca2cdd9c0" providerId="ADAL" clId="{65F86579-F59A-44FA-B179-98A7BD5A0995}" dt="2026-04-20T02:04:25.706" v="9981" actId="478"/>
          <ac:spMkLst>
            <pc:docMk/>
            <pc:sldMk cId="3295972104" sldId="334"/>
            <ac:spMk id="8" creationId="{47613A35-9E26-E13E-F8CD-555D07E8134B}"/>
          </ac:spMkLst>
        </pc:spChg>
        <pc:spChg chg="del mod">
          <ac:chgData name="Maughan, Matthew" userId="5b506559-2742-4d2b-9b68-5b6ca2cdd9c0" providerId="ADAL" clId="{65F86579-F59A-44FA-B179-98A7BD5A0995}" dt="2026-04-20T02:04:54.106" v="10006" actId="478"/>
          <ac:spMkLst>
            <pc:docMk/>
            <pc:sldMk cId="3295972104" sldId="334"/>
            <ac:spMk id="9" creationId="{EE5C06EF-1F28-C8B8-98BD-43BB31390FC3}"/>
          </ac:spMkLst>
        </pc:spChg>
        <pc:graphicFrameChg chg="mod modGraphic">
          <ac:chgData name="Maughan, Matthew" userId="5b506559-2742-4d2b-9b68-5b6ca2cdd9c0" providerId="ADAL" clId="{65F86579-F59A-44FA-B179-98A7BD5A0995}" dt="2026-04-20T02:36:59.624" v="10924" actId="20577"/>
          <ac:graphicFrameMkLst>
            <pc:docMk/>
            <pc:sldMk cId="3295972104" sldId="334"/>
            <ac:graphicFrameMk id="4" creationId="{BFEEC4C3-BD7C-5062-168B-521E30AC7DFB}"/>
          </ac:graphicFrameMkLst>
        </pc:graphicFrameChg>
        <pc:graphicFrameChg chg="mod modGraphic">
          <ac:chgData name="Maughan, Matthew" userId="5b506559-2742-4d2b-9b68-5b6ca2cdd9c0" providerId="ADAL" clId="{65F86579-F59A-44FA-B179-98A7BD5A0995}" dt="2026-04-20T02:36:09.174" v="10868"/>
          <ac:graphicFrameMkLst>
            <pc:docMk/>
            <pc:sldMk cId="3295972104" sldId="334"/>
            <ac:graphicFrameMk id="5" creationId="{AAA3F4BF-649E-E795-4310-B643C5CD0301}"/>
          </ac:graphicFrameMkLst>
        </pc:graphicFrameChg>
      </pc:sldChg>
      <pc:sldChg chg="modSp new mod ord">
        <pc:chgData name="Maughan, Matthew" userId="5b506559-2742-4d2b-9b68-5b6ca2cdd9c0" providerId="ADAL" clId="{65F86579-F59A-44FA-B179-98A7BD5A0995}" dt="2026-04-20T02:42:12.750" v="11750" actId="20577"/>
        <pc:sldMkLst>
          <pc:docMk/>
          <pc:sldMk cId="4120260420" sldId="335"/>
        </pc:sldMkLst>
        <pc:spChg chg="mod">
          <ac:chgData name="Maughan, Matthew" userId="5b506559-2742-4d2b-9b68-5b6ca2cdd9c0" providerId="ADAL" clId="{65F86579-F59A-44FA-B179-98A7BD5A0995}" dt="2026-04-20T01:52:31.072" v="8507" actId="20577"/>
          <ac:spMkLst>
            <pc:docMk/>
            <pc:sldMk cId="4120260420" sldId="335"/>
            <ac:spMk id="2" creationId="{C7D323C2-616B-79AA-FE73-1FD75F3964FC}"/>
          </ac:spMkLst>
        </pc:spChg>
        <pc:spChg chg="mod">
          <ac:chgData name="Maughan, Matthew" userId="5b506559-2742-4d2b-9b68-5b6ca2cdd9c0" providerId="ADAL" clId="{65F86579-F59A-44FA-B179-98A7BD5A0995}" dt="2026-04-20T02:42:12.750" v="11750" actId="20577"/>
          <ac:spMkLst>
            <pc:docMk/>
            <pc:sldMk cId="4120260420" sldId="335"/>
            <ac:spMk id="3" creationId="{92AAA424-B8C1-C570-97A6-833B0C283C7E}"/>
          </ac:spMkLst>
        </pc:spChg>
      </pc:sldChg>
      <pc:sldChg chg="modSp new mod ord">
        <pc:chgData name="Maughan, Matthew" userId="5b506559-2742-4d2b-9b68-5b6ca2cdd9c0" providerId="ADAL" clId="{65F86579-F59A-44FA-B179-98A7BD5A0995}" dt="2026-04-20T01:57:21.744" v="9278" actId="20577"/>
        <pc:sldMkLst>
          <pc:docMk/>
          <pc:sldMk cId="3035091170" sldId="336"/>
        </pc:sldMkLst>
        <pc:spChg chg="mod">
          <ac:chgData name="Maughan, Matthew" userId="5b506559-2742-4d2b-9b68-5b6ca2cdd9c0" providerId="ADAL" clId="{65F86579-F59A-44FA-B179-98A7BD5A0995}" dt="2026-04-20T01:53:20.231" v="8548" actId="20577"/>
          <ac:spMkLst>
            <pc:docMk/>
            <pc:sldMk cId="3035091170" sldId="336"/>
            <ac:spMk id="2" creationId="{BBA888EE-4978-E652-99A5-8D9FF80D5897}"/>
          </ac:spMkLst>
        </pc:spChg>
        <pc:spChg chg="mod">
          <ac:chgData name="Maughan, Matthew" userId="5b506559-2742-4d2b-9b68-5b6ca2cdd9c0" providerId="ADAL" clId="{65F86579-F59A-44FA-B179-98A7BD5A0995}" dt="2026-04-20T01:57:21.744" v="9278" actId="20577"/>
          <ac:spMkLst>
            <pc:docMk/>
            <pc:sldMk cId="3035091170" sldId="336"/>
            <ac:spMk id="3" creationId="{E2C5E976-0684-0E0D-1A7C-4AA718F2A5AA}"/>
          </ac:spMkLst>
        </pc:spChg>
      </pc:sldChg>
      <pc:sldChg chg="modSp new mod">
        <pc:chgData name="Maughan, Matthew" userId="5b506559-2742-4d2b-9b68-5b6ca2cdd9c0" providerId="ADAL" clId="{65F86579-F59A-44FA-B179-98A7BD5A0995}" dt="2026-04-20T01:59:56.433" v="9901" actId="313"/>
        <pc:sldMkLst>
          <pc:docMk/>
          <pc:sldMk cId="1609433754" sldId="337"/>
        </pc:sldMkLst>
        <pc:spChg chg="mod">
          <ac:chgData name="Maughan, Matthew" userId="5b506559-2742-4d2b-9b68-5b6ca2cdd9c0" providerId="ADAL" clId="{65F86579-F59A-44FA-B179-98A7BD5A0995}" dt="2026-04-20T01:57:37.518" v="9316" actId="20577"/>
          <ac:spMkLst>
            <pc:docMk/>
            <pc:sldMk cId="1609433754" sldId="337"/>
            <ac:spMk id="2" creationId="{0311A6B6-00D6-8144-D72A-ACFDD0CE9358}"/>
          </ac:spMkLst>
        </pc:spChg>
        <pc:spChg chg="mod">
          <ac:chgData name="Maughan, Matthew" userId="5b506559-2742-4d2b-9b68-5b6ca2cdd9c0" providerId="ADAL" clId="{65F86579-F59A-44FA-B179-98A7BD5A0995}" dt="2026-04-20T01:59:56.433" v="9901" actId="313"/>
          <ac:spMkLst>
            <pc:docMk/>
            <pc:sldMk cId="1609433754" sldId="337"/>
            <ac:spMk id="3" creationId="{4D0859F0-A2FC-92E8-1596-F29F3578751A}"/>
          </ac:spMkLst>
        </pc:spChg>
      </pc:sldChg>
      <pc:sldChg chg="addSp delSp modSp new mod">
        <pc:chgData name="Maughan, Matthew" userId="5b506559-2742-4d2b-9b68-5b6ca2cdd9c0" providerId="ADAL" clId="{65F86579-F59A-44FA-B179-98A7BD5A0995}" dt="2026-04-20T11:57:49.904" v="11992" actId="732"/>
        <pc:sldMkLst>
          <pc:docMk/>
          <pc:sldMk cId="1793856232" sldId="338"/>
        </pc:sldMkLst>
        <pc:spChg chg="mod">
          <ac:chgData name="Maughan, Matthew" userId="5b506559-2742-4d2b-9b68-5b6ca2cdd9c0" providerId="ADAL" clId="{65F86579-F59A-44FA-B179-98A7BD5A0995}" dt="2026-04-20T11:53:19.237" v="11921" actId="20577"/>
          <ac:spMkLst>
            <pc:docMk/>
            <pc:sldMk cId="1793856232" sldId="338"/>
            <ac:spMk id="2" creationId="{47430553-C47E-6ED2-2C25-E32D336A9A56}"/>
          </ac:spMkLst>
        </pc:spChg>
        <pc:spChg chg="del">
          <ac:chgData name="Maughan, Matthew" userId="5b506559-2742-4d2b-9b68-5b6ca2cdd9c0" providerId="ADAL" clId="{65F86579-F59A-44FA-B179-98A7BD5A0995}" dt="2026-04-20T02:11:21.450" v="10282" actId="478"/>
          <ac:spMkLst>
            <pc:docMk/>
            <pc:sldMk cId="1793856232" sldId="338"/>
            <ac:spMk id="3" creationId="{9BD2C92E-3E8E-3972-249D-AF3414CA2E8D}"/>
          </ac:spMkLst>
        </pc:spChg>
        <pc:spChg chg="add del mod">
          <ac:chgData name="Maughan, Matthew" userId="5b506559-2742-4d2b-9b68-5b6ca2cdd9c0" providerId="ADAL" clId="{65F86579-F59A-44FA-B179-98A7BD5A0995}" dt="2026-04-20T11:52:39.226" v="11792" actId="478"/>
          <ac:spMkLst>
            <pc:docMk/>
            <pc:sldMk cId="1793856232" sldId="338"/>
            <ac:spMk id="6" creationId="{18EDB9F5-8E5A-4A2B-4697-84BC1C3E3431}"/>
          </ac:spMkLst>
        </pc:spChg>
        <pc:spChg chg="add mod">
          <ac:chgData name="Maughan, Matthew" userId="5b506559-2742-4d2b-9b68-5b6ca2cdd9c0" providerId="ADAL" clId="{65F86579-F59A-44FA-B179-98A7BD5A0995}" dt="2026-04-20T11:52:29.221" v="11788" actId="1076"/>
          <ac:spMkLst>
            <pc:docMk/>
            <pc:sldMk cId="1793856232" sldId="338"/>
            <ac:spMk id="13" creationId="{EEE539FF-1BA7-4A80-861C-04BD22159FC8}"/>
          </ac:spMkLst>
        </pc:spChg>
        <pc:spChg chg="add mod">
          <ac:chgData name="Maughan, Matthew" userId="5b506559-2742-4d2b-9b68-5b6ca2cdd9c0" providerId="ADAL" clId="{65F86579-F59A-44FA-B179-98A7BD5A0995}" dt="2026-04-20T11:54:10.315" v="11933" actId="14100"/>
          <ac:spMkLst>
            <pc:docMk/>
            <pc:sldMk cId="1793856232" sldId="338"/>
            <ac:spMk id="16" creationId="{0795D249-8FA3-2907-F23F-515BFE69F51E}"/>
          </ac:spMkLst>
        </pc:spChg>
        <pc:spChg chg="add mod">
          <ac:chgData name="Maughan, Matthew" userId="5b506559-2742-4d2b-9b68-5b6ca2cdd9c0" providerId="ADAL" clId="{65F86579-F59A-44FA-B179-98A7BD5A0995}" dt="2026-04-20T11:54:21.503" v="11938" actId="14100"/>
          <ac:spMkLst>
            <pc:docMk/>
            <pc:sldMk cId="1793856232" sldId="338"/>
            <ac:spMk id="17" creationId="{8390B743-AE49-E95E-FE1B-4CD7D1A03362}"/>
          </ac:spMkLst>
        </pc:spChg>
        <pc:spChg chg="add mod">
          <ac:chgData name="Maughan, Matthew" userId="5b506559-2742-4d2b-9b68-5b6ca2cdd9c0" providerId="ADAL" clId="{65F86579-F59A-44FA-B179-98A7BD5A0995}" dt="2026-04-20T11:54:35.474" v="11943" actId="14100"/>
          <ac:spMkLst>
            <pc:docMk/>
            <pc:sldMk cId="1793856232" sldId="338"/>
            <ac:spMk id="18" creationId="{FF45FADE-7E9B-4513-B793-9D8A03584061}"/>
          </ac:spMkLst>
        </pc:spChg>
        <pc:spChg chg="add mod">
          <ac:chgData name="Maughan, Matthew" userId="5b506559-2742-4d2b-9b68-5b6ca2cdd9c0" providerId="ADAL" clId="{65F86579-F59A-44FA-B179-98A7BD5A0995}" dt="2026-04-20T11:57:28.172" v="11990" actId="14100"/>
          <ac:spMkLst>
            <pc:docMk/>
            <pc:sldMk cId="1793856232" sldId="338"/>
            <ac:spMk id="24" creationId="{8C2B2715-DBF9-019A-9FB9-C86E4CE58B9C}"/>
          </ac:spMkLst>
        </pc:spChg>
        <pc:spChg chg="add mod">
          <ac:chgData name="Maughan, Matthew" userId="5b506559-2742-4d2b-9b68-5b6ca2cdd9c0" providerId="ADAL" clId="{65F86579-F59A-44FA-B179-98A7BD5A0995}" dt="2026-04-20T11:57:15.270" v="11987" actId="1076"/>
          <ac:spMkLst>
            <pc:docMk/>
            <pc:sldMk cId="1793856232" sldId="338"/>
            <ac:spMk id="30" creationId="{66F14A6C-D78A-11FA-ACBB-23F03579D78C}"/>
          </ac:spMkLst>
        </pc:spChg>
        <pc:spChg chg="add mod">
          <ac:chgData name="Maughan, Matthew" userId="5b506559-2742-4d2b-9b68-5b6ca2cdd9c0" providerId="ADAL" clId="{65F86579-F59A-44FA-B179-98A7BD5A0995}" dt="2026-04-20T11:57:05.945" v="11984" actId="1076"/>
          <ac:spMkLst>
            <pc:docMk/>
            <pc:sldMk cId="1793856232" sldId="338"/>
            <ac:spMk id="35" creationId="{E7CDCD43-7376-9EA5-6A73-553041BBA8CA}"/>
          </ac:spMkLst>
        </pc:spChg>
        <pc:spChg chg="add mod">
          <ac:chgData name="Maughan, Matthew" userId="5b506559-2742-4d2b-9b68-5b6ca2cdd9c0" providerId="ADAL" clId="{65F86579-F59A-44FA-B179-98A7BD5A0995}" dt="2026-04-20T11:57:20.695" v="11988" actId="1076"/>
          <ac:spMkLst>
            <pc:docMk/>
            <pc:sldMk cId="1793856232" sldId="338"/>
            <ac:spMk id="37" creationId="{ECFBEC8B-E80C-C750-E401-996BFA3F0AD6}"/>
          </ac:spMkLst>
        </pc:spChg>
        <pc:picChg chg="add del mod">
          <ac:chgData name="Maughan, Matthew" userId="5b506559-2742-4d2b-9b68-5b6ca2cdd9c0" providerId="ADAL" clId="{65F86579-F59A-44FA-B179-98A7BD5A0995}" dt="2026-04-20T11:52:36.877" v="11791" actId="478"/>
          <ac:picMkLst>
            <pc:docMk/>
            <pc:sldMk cId="1793856232" sldId="338"/>
            <ac:picMk id="5" creationId="{E7E4F23F-232D-C75C-C3DE-6E6120F33B51}"/>
          </ac:picMkLst>
        </pc:picChg>
        <pc:picChg chg="add mod">
          <ac:chgData name="Maughan, Matthew" userId="5b506559-2742-4d2b-9b68-5b6ca2cdd9c0" providerId="ADAL" clId="{65F86579-F59A-44FA-B179-98A7BD5A0995}" dt="2026-04-20T11:54:25.336" v="11941" actId="1076"/>
          <ac:picMkLst>
            <pc:docMk/>
            <pc:sldMk cId="1793856232" sldId="338"/>
            <ac:picMk id="8" creationId="{DF234898-5E52-A789-B539-1850E8AAEDB0}"/>
          </ac:picMkLst>
        </pc:picChg>
        <pc:picChg chg="add del mod">
          <ac:chgData name="Maughan, Matthew" userId="5b506559-2742-4d2b-9b68-5b6ca2cdd9c0" providerId="ADAL" clId="{65F86579-F59A-44FA-B179-98A7BD5A0995}" dt="2026-04-20T11:51:20.031" v="11771" actId="478"/>
          <ac:picMkLst>
            <pc:docMk/>
            <pc:sldMk cId="1793856232" sldId="338"/>
            <ac:picMk id="10" creationId="{96867AF9-D28C-9023-FD5A-F1BD20CA4D1D}"/>
          </ac:picMkLst>
        </pc:picChg>
        <pc:picChg chg="add del mod modCrop">
          <ac:chgData name="Maughan, Matthew" userId="5b506559-2742-4d2b-9b68-5b6ca2cdd9c0" providerId="ADAL" clId="{65F86579-F59A-44FA-B179-98A7BD5A0995}" dt="2026-04-20T11:53:33.704" v="11922" actId="478"/>
          <ac:picMkLst>
            <pc:docMk/>
            <pc:sldMk cId="1793856232" sldId="338"/>
            <ac:picMk id="12" creationId="{30576D6A-7718-0240-F517-95838DABA55C}"/>
          </ac:picMkLst>
        </pc:picChg>
        <pc:picChg chg="add mod modCrop">
          <ac:chgData name="Maughan, Matthew" userId="5b506559-2742-4d2b-9b68-5b6ca2cdd9c0" providerId="ADAL" clId="{65F86579-F59A-44FA-B179-98A7BD5A0995}" dt="2026-04-20T11:57:49.904" v="11992" actId="732"/>
          <ac:picMkLst>
            <pc:docMk/>
            <pc:sldMk cId="1793856232" sldId="338"/>
            <ac:picMk id="15" creationId="{8A1641A2-AEEB-6BB2-9D15-935019B20AA1}"/>
          </ac:picMkLst>
        </pc:picChg>
        <pc:picChg chg="add mod">
          <ac:chgData name="Maughan, Matthew" userId="5b506559-2742-4d2b-9b68-5b6ca2cdd9c0" providerId="ADAL" clId="{65F86579-F59A-44FA-B179-98A7BD5A0995}" dt="2026-04-20T11:55:59.094" v="11964"/>
          <ac:picMkLst>
            <pc:docMk/>
            <pc:sldMk cId="1793856232" sldId="338"/>
            <ac:picMk id="34" creationId="{EE284852-3CF4-83D1-074C-202117A1A7D5}"/>
          </ac:picMkLst>
        </pc:picChg>
        <pc:cxnChg chg="add mod">
          <ac:chgData name="Maughan, Matthew" userId="5b506559-2742-4d2b-9b68-5b6ca2cdd9c0" providerId="ADAL" clId="{65F86579-F59A-44FA-B179-98A7BD5A0995}" dt="2026-04-20T11:57:28.172" v="11990" actId="14100"/>
          <ac:cxnSpMkLst>
            <pc:docMk/>
            <pc:sldMk cId="1793856232" sldId="338"/>
            <ac:cxnSpMk id="20" creationId="{16BA41F6-8E87-97F6-0B2C-7C210EE1B3FB}"/>
          </ac:cxnSpMkLst>
        </pc:cxnChg>
        <pc:cxnChg chg="add mod">
          <ac:chgData name="Maughan, Matthew" userId="5b506559-2742-4d2b-9b68-5b6ca2cdd9c0" providerId="ADAL" clId="{65F86579-F59A-44FA-B179-98A7BD5A0995}" dt="2026-04-20T11:57:15.270" v="11987" actId="1076"/>
          <ac:cxnSpMkLst>
            <pc:docMk/>
            <pc:sldMk cId="1793856232" sldId="338"/>
            <ac:cxnSpMk id="27" creationId="{7C6DF5FF-44DD-4BB7-8E4F-18FE00492451}"/>
          </ac:cxnSpMkLst>
        </pc:cxnChg>
        <pc:cxnChg chg="add mod">
          <ac:chgData name="Maughan, Matthew" userId="5b506559-2742-4d2b-9b68-5b6ca2cdd9c0" providerId="ADAL" clId="{65F86579-F59A-44FA-B179-98A7BD5A0995}" dt="2026-04-20T11:57:08.765" v="11985" actId="14100"/>
          <ac:cxnSpMkLst>
            <pc:docMk/>
            <pc:sldMk cId="1793856232" sldId="338"/>
            <ac:cxnSpMk id="32" creationId="{AE69BF75-03D6-27D1-8D54-BD795E9C1E10}"/>
          </ac:cxnSpMkLst>
        </pc:cxnChg>
      </pc:sldChg>
      <pc:sldChg chg="modSp new del mod">
        <pc:chgData name="Maughan, Matthew" userId="5b506559-2742-4d2b-9b68-5b6ca2cdd9c0" providerId="ADAL" clId="{65F86579-F59A-44FA-B179-98A7BD5A0995}" dt="2026-04-20T02:01:18.142" v="9967" actId="2696"/>
        <pc:sldMkLst>
          <pc:docMk/>
          <pc:sldMk cId="2816365640" sldId="338"/>
        </pc:sldMkLst>
        <pc:spChg chg="mod">
          <ac:chgData name="Maughan, Matthew" userId="5b506559-2742-4d2b-9b68-5b6ca2cdd9c0" providerId="ADAL" clId="{65F86579-F59A-44FA-B179-98A7BD5A0995}" dt="2026-04-20T02:00:50.680" v="9966" actId="20577"/>
          <ac:spMkLst>
            <pc:docMk/>
            <pc:sldMk cId="2816365640" sldId="338"/>
            <ac:spMk id="2" creationId="{1823D6B4-7106-6903-EB63-F8DDC442AD0F}"/>
          </ac:spMkLst>
        </pc:spChg>
      </pc:sldChg>
      <pc:sldChg chg="modSp new mod">
        <pc:chgData name="Maughan, Matthew" userId="5b506559-2742-4d2b-9b68-5b6ca2cdd9c0" providerId="ADAL" clId="{65F86579-F59A-44FA-B179-98A7BD5A0995}" dt="2026-04-20T02:34:44.808" v="10790" actId="20577"/>
        <pc:sldMkLst>
          <pc:docMk/>
          <pc:sldMk cId="758850076" sldId="339"/>
        </pc:sldMkLst>
        <pc:spChg chg="mod">
          <ac:chgData name="Maughan, Matthew" userId="5b506559-2742-4d2b-9b68-5b6ca2cdd9c0" providerId="ADAL" clId="{65F86579-F59A-44FA-B179-98A7BD5A0995}" dt="2026-04-20T02:34:30.694" v="10745" actId="20577"/>
          <ac:spMkLst>
            <pc:docMk/>
            <pc:sldMk cId="758850076" sldId="339"/>
            <ac:spMk id="2" creationId="{6258F03B-7F21-273F-6152-AA0056837C55}"/>
          </ac:spMkLst>
        </pc:spChg>
        <pc:spChg chg="mod">
          <ac:chgData name="Maughan, Matthew" userId="5b506559-2742-4d2b-9b68-5b6ca2cdd9c0" providerId="ADAL" clId="{65F86579-F59A-44FA-B179-98A7BD5A0995}" dt="2026-04-20T02:34:44.808" v="10790" actId="20577"/>
          <ac:spMkLst>
            <pc:docMk/>
            <pc:sldMk cId="758850076" sldId="339"/>
            <ac:spMk id="3" creationId="{983D7891-662B-8EB5-812A-922275B03F5B}"/>
          </ac:spMkLst>
        </pc:spChg>
      </pc:sldChg>
      <pc:sldChg chg="modSp new mod">
        <pc:chgData name="Maughan, Matthew" userId="5b506559-2742-4d2b-9b68-5b6ca2cdd9c0" providerId="ADAL" clId="{65F86579-F59A-44FA-B179-98A7BD5A0995}" dt="2026-04-20T02:43:10.134" v="11761" actId="20577"/>
        <pc:sldMkLst>
          <pc:docMk/>
          <pc:sldMk cId="3470129731" sldId="340"/>
        </pc:sldMkLst>
        <pc:spChg chg="mod">
          <ac:chgData name="Maughan, Matthew" userId="5b506559-2742-4d2b-9b68-5b6ca2cdd9c0" providerId="ADAL" clId="{65F86579-F59A-44FA-B179-98A7BD5A0995}" dt="2026-04-20T02:43:10.134" v="11761" actId="20577"/>
          <ac:spMkLst>
            <pc:docMk/>
            <pc:sldMk cId="3470129731" sldId="340"/>
            <ac:spMk id="2" creationId="{0A9436E5-E652-0BE0-6FB6-6829EE9F2D7B}"/>
          </ac:spMkLst>
        </pc:spChg>
      </pc:sldChg>
      <pc:sldChg chg="addSp delSp modSp new mod ord">
        <pc:chgData name="Maughan, Matthew" userId="5b506559-2742-4d2b-9b68-5b6ca2cdd9c0" providerId="ADAL" clId="{65F86579-F59A-44FA-B179-98A7BD5A0995}" dt="2026-04-20T12:05:27.594" v="12643" actId="1076"/>
        <pc:sldMkLst>
          <pc:docMk/>
          <pc:sldMk cId="830435065" sldId="341"/>
        </pc:sldMkLst>
        <pc:spChg chg="mod">
          <ac:chgData name="Maughan, Matthew" userId="5b506559-2742-4d2b-9b68-5b6ca2cdd9c0" providerId="ADAL" clId="{65F86579-F59A-44FA-B179-98A7BD5A0995}" dt="2026-04-20T12:03:51.969" v="12506" actId="20577"/>
          <ac:spMkLst>
            <pc:docMk/>
            <pc:sldMk cId="830435065" sldId="341"/>
            <ac:spMk id="2" creationId="{13104400-8AC1-5F9C-C971-CB835F546D92}"/>
          </ac:spMkLst>
        </pc:spChg>
        <pc:spChg chg="del">
          <ac:chgData name="Maughan, Matthew" userId="5b506559-2742-4d2b-9b68-5b6ca2cdd9c0" providerId="ADAL" clId="{65F86579-F59A-44FA-B179-98A7BD5A0995}" dt="2026-04-20T12:01:10.828" v="12039" actId="478"/>
          <ac:spMkLst>
            <pc:docMk/>
            <pc:sldMk cId="830435065" sldId="341"/>
            <ac:spMk id="3" creationId="{73399A7F-4BDB-56EE-D0C9-BCD05DCEF523}"/>
          </ac:spMkLst>
        </pc:spChg>
        <pc:spChg chg="add mod">
          <ac:chgData name="Maughan, Matthew" userId="5b506559-2742-4d2b-9b68-5b6ca2cdd9c0" providerId="ADAL" clId="{65F86579-F59A-44FA-B179-98A7BD5A0995}" dt="2026-04-20T12:05:15.434" v="12638" actId="1076"/>
          <ac:spMkLst>
            <pc:docMk/>
            <pc:sldMk cId="830435065" sldId="341"/>
            <ac:spMk id="6" creationId="{E0A43209-10A6-AD39-FFD5-14DE0491A2DD}"/>
          </ac:spMkLst>
        </pc:spChg>
        <pc:spChg chg="add mod">
          <ac:chgData name="Maughan, Matthew" userId="5b506559-2742-4d2b-9b68-5b6ca2cdd9c0" providerId="ADAL" clId="{65F86579-F59A-44FA-B179-98A7BD5A0995}" dt="2026-04-20T12:05:27.594" v="12643" actId="1076"/>
          <ac:spMkLst>
            <pc:docMk/>
            <pc:sldMk cId="830435065" sldId="341"/>
            <ac:spMk id="7" creationId="{847370E8-E29F-56E9-6E12-B5D494A35D94}"/>
          </ac:spMkLst>
        </pc:spChg>
        <pc:graphicFrameChg chg="add del mod modGraphic">
          <ac:chgData name="Maughan, Matthew" userId="5b506559-2742-4d2b-9b68-5b6ca2cdd9c0" providerId="ADAL" clId="{65F86579-F59A-44FA-B179-98A7BD5A0995}" dt="2026-04-20T12:00:02.521" v="11995" actId="478"/>
          <ac:graphicFrameMkLst>
            <pc:docMk/>
            <pc:sldMk cId="830435065" sldId="341"/>
            <ac:graphicFrameMk id="4" creationId="{909C9A55-2D66-2D83-89DC-7C321DF72055}"/>
          </ac:graphicFrameMkLst>
        </pc:graphicFrameChg>
        <pc:graphicFrameChg chg="add mod modGraphic">
          <ac:chgData name="Maughan, Matthew" userId="5b506559-2742-4d2b-9b68-5b6ca2cdd9c0" providerId="ADAL" clId="{65F86579-F59A-44FA-B179-98A7BD5A0995}" dt="2026-04-20T12:05:03.506" v="12636" actId="14100"/>
          <ac:graphicFrameMkLst>
            <pc:docMk/>
            <pc:sldMk cId="830435065" sldId="341"/>
            <ac:graphicFrameMk id="5" creationId="{A5E3F56D-02AC-2EA7-BEE4-25A7ABAD130A}"/>
          </ac:graphicFrameMkLst>
        </pc:graphicFrameChg>
      </pc:sldChg>
      <pc:sldChg chg="addSp delSp modSp new mod">
        <pc:chgData name="Maughan, Matthew" userId="5b506559-2742-4d2b-9b68-5b6ca2cdd9c0" providerId="ADAL" clId="{65F86579-F59A-44FA-B179-98A7BD5A0995}" dt="2026-04-20T13:27:19.901" v="12718" actId="1582"/>
        <pc:sldMkLst>
          <pc:docMk/>
          <pc:sldMk cId="1877210090" sldId="342"/>
        </pc:sldMkLst>
        <pc:spChg chg="mod">
          <ac:chgData name="Maughan, Matthew" userId="5b506559-2742-4d2b-9b68-5b6ca2cdd9c0" providerId="ADAL" clId="{65F86579-F59A-44FA-B179-98A7BD5A0995}" dt="2026-04-20T13:18:18.546" v="12658" actId="20577"/>
          <ac:spMkLst>
            <pc:docMk/>
            <pc:sldMk cId="1877210090" sldId="342"/>
            <ac:spMk id="2" creationId="{5BB1F44D-D1E0-E8DC-67A8-0E633A6510B8}"/>
          </ac:spMkLst>
        </pc:spChg>
        <pc:spChg chg="del">
          <ac:chgData name="Maughan, Matthew" userId="5b506559-2742-4d2b-9b68-5b6ca2cdd9c0" providerId="ADAL" clId="{65F86579-F59A-44FA-B179-98A7BD5A0995}" dt="2026-04-20T13:20:15.341" v="12674" actId="478"/>
          <ac:spMkLst>
            <pc:docMk/>
            <pc:sldMk cId="1877210090" sldId="342"/>
            <ac:spMk id="3" creationId="{098F8E97-A353-9BD8-5AFB-8E7A0B72CA32}"/>
          </ac:spMkLst>
        </pc:spChg>
        <pc:spChg chg="add mod">
          <ac:chgData name="Maughan, Matthew" userId="5b506559-2742-4d2b-9b68-5b6ca2cdd9c0" providerId="ADAL" clId="{65F86579-F59A-44FA-B179-98A7BD5A0995}" dt="2026-04-20T13:20:02.761" v="12672" actId="1076"/>
          <ac:spMkLst>
            <pc:docMk/>
            <pc:sldMk cId="1877210090" sldId="342"/>
            <ac:spMk id="8" creationId="{51668F7F-8161-DE1F-6586-F301F64D8BC2}"/>
          </ac:spMkLst>
        </pc:spChg>
        <pc:spChg chg="add mod">
          <ac:chgData name="Maughan, Matthew" userId="5b506559-2742-4d2b-9b68-5b6ca2cdd9c0" providerId="ADAL" clId="{65F86579-F59A-44FA-B179-98A7BD5A0995}" dt="2026-04-20T13:26:43.426" v="12712" actId="1076"/>
          <ac:spMkLst>
            <pc:docMk/>
            <pc:sldMk cId="1877210090" sldId="342"/>
            <ac:spMk id="19" creationId="{645E4633-B7FE-3178-DF3C-2BC41D0DF201}"/>
          </ac:spMkLst>
        </pc:spChg>
        <pc:spChg chg="add mod">
          <ac:chgData name="Maughan, Matthew" userId="5b506559-2742-4d2b-9b68-5b6ca2cdd9c0" providerId="ADAL" clId="{65F86579-F59A-44FA-B179-98A7BD5A0995}" dt="2026-04-20T13:26:46.231" v="12714" actId="1076"/>
          <ac:spMkLst>
            <pc:docMk/>
            <pc:sldMk cId="1877210090" sldId="342"/>
            <ac:spMk id="20" creationId="{78C43373-5703-DD30-D890-3854ABAAFBF6}"/>
          </ac:spMkLst>
        </pc:spChg>
        <pc:picChg chg="add mod">
          <ac:chgData name="Maughan, Matthew" userId="5b506559-2742-4d2b-9b68-5b6ca2cdd9c0" providerId="ADAL" clId="{65F86579-F59A-44FA-B179-98A7BD5A0995}" dt="2026-04-20T13:19:17.585" v="12664" actId="1076"/>
          <ac:picMkLst>
            <pc:docMk/>
            <pc:sldMk cId="1877210090" sldId="342"/>
            <ac:picMk id="5" creationId="{769DF296-E308-DAE5-E067-8BBC5D27FBE6}"/>
          </ac:picMkLst>
        </pc:picChg>
        <pc:picChg chg="add del mod">
          <ac:chgData name="Maughan, Matthew" userId="5b506559-2742-4d2b-9b68-5b6ca2cdd9c0" providerId="ADAL" clId="{65F86579-F59A-44FA-B179-98A7BD5A0995}" dt="2026-04-20T13:23:33.068" v="12680" actId="478"/>
          <ac:picMkLst>
            <pc:docMk/>
            <pc:sldMk cId="1877210090" sldId="342"/>
            <ac:picMk id="7" creationId="{AE86E872-14D6-9FB2-FA6D-7301697686A0}"/>
          </ac:picMkLst>
        </pc:picChg>
        <pc:picChg chg="add del mod">
          <ac:chgData name="Maughan, Matthew" userId="5b506559-2742-4d2b-9b68-5b6ca2cdd9c0" providerId="ADAL" clId="{65F86579-F59A-44FA-B179-98A7BD5A0995}" dt="2026-04-20T13:23:56.731" v="12686" actId="478"/>
          <ac:picMkLst>
            <pc:docMk/>
            <pc:sldMk cId="1877210090" sldId="342"/>
            <ac:picMk id="10" creationId="{0921D0C2-2B0C-2494-152E-50DAC32682C9}"/>
          </ac:picMkLst>
        </pc:picChg>
        <pc:picChg chg="add mod">
          <ac:chgData name="Maughan, Matthew" userId="5b506559-2742-4d2b-9b68-5b6ca2cdd9c0" providerId="ADAL" clId="{65F86579-F59A-44FA-B179-98A7BD5A0995}" dt="2026-04-20T13:26:29.925" v="12707" actId="1076"/>
          <ac:picMkLst>
            <pc:docMk/>
            <pc:sldMk cId="1877210090" sldId="342"/>
            <ac:picMk id="12" creationId="{327C9D0C-2A8E-EA71-F349-4E43471FF9D1}"/>
          </ac:picMkLst>
        </pc:picChg>
        <pc:picChg chg="add mod modCrop">
          <ac:chgData name="Maughan, Matthew" userId="5b506559-2742-4d2b-9b68-5b6ca2cdd9c0" providerId="ADAL" clId="{65F86579-F59A-44FA-B179-98A7BD5A0995}" dt="2026-04-20T13:26:13.131" v="12702" actId="1076"/>
          <ac:picMkLst>
            <pc:docMk/>
            <pc:sldMk cId="1877210090" sldId="342"/>
            <ac:picMk id="14" creationId="{4F7C296E-FB91-D17D-4E74-7D645D646C89}"/>
          </ac:picMkLst>
        </pc:picChg>
        <pc:picChg chg="add mod">
          <ac:chgData name="Maughan, Matthew" userId="5b506559-2742-4d2b-9b68-5b6ca2cdd9c0" providerId="ADAL" clId="{65F86579-F59A-44FA-B179-98A7BD5A0995}" dt="2026-04-20T13:26:32.164" v="12708" actId="1076"/>
          <ac:picMkLst>
            <pc:docMk/>
            <pc:sldMk cId="1877210090" sldId="342"/>
            <ac:picMk id="16" creationId="{66C2EF87-9561-5E32-BEED-EDBE4C929436}"/>
          </ac:picMkLst>
        </pc:picChg>
        <pc:picChg chg="add mod">
          <ac:chgData name="Maughan, Matthew" userId="5b506559-2742-4d2b-9b68-5b6ca2cdd9c0" providerId="ADAL" clId="{65F86579-F59A-44FA-B179-98A7BD5A0995}" dt="2026-04-20T13:26:34.533" v="12710" actId="1440"/>
          <ac:picMkLst>
            <pc:docMk/>
            <pc:sldMk cId="1877210090" sldId="342"/>
            <ac:picMk id="18" creationId="{F40C4C6F-C4FA-D716-1027-556DC573B90B}"/>
          </ac:picMkLst>
        </pc:picChg>
        <pc:cxnChg chg="add mod">
          <ac:chgData name="Maughan, Matthew" userId="5b506559-2742-4d2b-9b68-5b6ca2cdd9c0" providerId="ADAL" clId="{65F86579-F59A-44FA-B179-98A7BD5A0995}" dt="2026-04-20T13:27:19.901" v="12718" actId="1582"/>
          <ac:cxnSpMkLst>
            <pc:docMk/>
            <pc:sldMk cId="1877210090" sldId="342"/>
            <ac:cxnSpMk id="22" creationId="{F9530F24-A264-A820-F7AD-B5523E410009}"/>
          </ac:cxnSpMkLst>
        </pc:cxnChg>
      </pc:sldChg>
      <pc:sldMasterChg chg="del delSldLayout">
        <pc:chgData name="Maughan, Matthew" userId="5b506559-2742-4d2b-9b68-5b6ca2cdd9c0" providerId="ADAL" clId="{65F86579-F59A-44FA-B179-98A7BD5A0995}" dt="2026-04-20T02:43:16.076" v="11762" actId="47"/>
        <pc:sldMasterMkLst>
          <pc:docMk/>
          <pc:sldMasterMk cId="0" sldId="2147483648"/>
        </pc:sldMasterMkLst>
        <pc:sldLayoutChg chg="del">
          <pc:chgData name="Maughan, Matthew" userId="5b506559-2742-4d2b-9b68-5b6ca2cdd9c0" providerId="ADAL" clId="{65F86579-F59A-44FA-B179-98A7BD5A0995}" dt="2026-04-20T02:43:16.076" v="11762" actId="47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Maughan, Matthew" userId="5b506559-2742-4d2b-9b68-5b6ca2cdd9c0" providerId="ADAL" clId="{65F86579-F59A-44FA-B179-98A7BD5A0995}" dt="2026-04-20T02:43:16.076" v="11762" actId="47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Maughan, Matthew" userId="5b506559-2742-4d2b-9b68-5b6ca2cdd9c0" providerId="ADAL" clId="{65F86579-F59A-44FA-B179-98A7BD5A0995}" dt="2026-04-20T02:43:16.076" v="11762" actId="47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Maughan, Matthew" userId="5b506559-2742-4d2b-9b68-5b6ca2cdd9c0" providerId="ADAL" clId="{65F86579-F59A-44FA-B179-98A7BD5A0995}" dt="2026-04-20T02:43:16.076" v="11762" actId="47"/>
          <pc:sldLayoutMkLst>
            <pc:docMk/>
            <pc:sldMasterMk cId="0" sldId="2147483648"/>
            <pc:sldLayoutMk cId="0" sldId="2147483652"/>
          </pc:sldLayoutMkLst>
        </pc:sldLayoutChg>
      </pc:sldMasterChg>
      <pc:sldMasterChg chg="modSp mod delSldLayout">
        <pc:chgData name="Maughan, Matthew" userId="5b506559-2742-4d2b-9b68-5b6ca2cdd9c0" providerId="ADAL" clId="{65F86579-F59A-44FA-B179-98A7BD5A0995}" dt="2026-04-20T02:43:16.076" v="11762" actId="47"/>
        <pc:sldMasterMkLst>
          <pc:docMk/>
          <pc:sldMasterMk cId="0" sldId="2147483653"/>
        </pc:sldMasterMkLst>
        <pc:spChg chg="mod">
          <ac:chgData name="Maughan, Matthew" userId="5b506559-2742-4d2b-9b68-5b6ca2cdd9c0" providerId="ADAL" clId="{65F86579-F59A-44FA-B179-98A7BD5A0995}" dt="2026-04-20T02:41:12.336" v="11697" actId="20577"/>
          <ac:spMkLst>
            <pc:docMk/>
            <pc:sldMasterMk cId="0" sldId="2147483653"/>
            <ac:spMk id="33" creationId="{00000000-0000-0000-0000-000000000000}"/>
          </ac:spMkLst>
        </pc:spChg>
        <pc:sldLayoutChg chg="del">
          <pc:chgData name="Maughan, Matthew" userId="5b506559-2742-4d2b-9b68-5b6ca2cdd9c0" providerId="ADAL" clId="{65F86579-F59A-44FA-B179-98A7BD5A0995}" dt="2026-04-20T02:43:16.076" v="11762" actId="47"/>
          <pc:sldLayoutMkLst>
            <pc:docMk/>
            <pc:sldMasterMk cId="0" sldId="2147483653"/>
            <pc:sldLayoutMk cId="0" sldId="2147483658"/>
          </pc:sldLayoutMkLst>
        </pc:sldLayoutChg>
        <pc:sldLayoutChg chg="del">
          <pc:chgData name="Maughan, Matthew" userId="5b506559-2742-4d2b-9b68-5b6ca2cdd9c0" providerId="ADAL" clId="{65F86579-F59A-44FA-B179-98A7BD5A0995}" dt="2026-04-20T02:43:16.076" v="11762" actId="47"/>
          <pc:sldLayoutMkLst>
            <pc:docMk/>
            <pc:sldMasterMk cId="0" sldId="2147483653"/>
            <pc:sldLayoutMk cId="0" sldId="2147483660"/>
          </pc:sldLayoutMkLst>
        </pc:sldLayoutChg>
        <pc:sldLayoutChg chg="del">
          <pc:chgData name="Maughan, Matthew" userId="5b506559-2742-4d2b-9b68-5b6ca2cdd9c0" providerId="ADAL" clId="{65F86579-F59A-44FA-B179-98A7BD5A0995}" dt="2026-04-20T02:43:16.076" v="11762" actId="47"/>
          <pc:sldLayoutMkLst>
            <pc:docMk/>
            <pc:sldMasterMk cId="0" sldId="2147483653"/>
            <pc:sldLayoutMk cId="0" sldId="2147483661"/>
          </pc:sldLayoutMkLst>
        </pc:sldLayoutChg>
        <pc:sldLayoutChg chg="del">
          <pc:chgData name="Maughan, Matthew" userId="5b506559-2742-4d2b-9b68-5b6ca2cdd9c0" providerId="ADAL" clId="{65F86579-F59A-44FA-B179-98A7BD5A0995}" dt="2026-04-20T02:43:16.076" v="11762" actId="47"/>
          <pc:sldLayoutMkLst>
            <pc:docMk/>
            <pc:sldMasterMk cId="0" sldId="2147483653"/>
            <pc:sldLayoutMk cId="0" sldId="2147483662"/>
          </pc:sldLayoutMkLst>
        </pc:sldLayoutChg>
        <pc:sldLayoutChg chg="del">
          <pc:chgData name="Maughan, Matthew" userId="5b506559-2742-4d2b-9b68-5b6ca2cdd9c0" providerId="ADAL" clId="{65F86579-F59A-44FA-B179-98A7BD5A0995}" dt="2026-04-20T02:43:16.076" v="11762" actId="47"/>
          <pc:sldLayoutMkLst>
            <pc:docMk/>
            <pc:sldMasterMk cId="0" sldId="2147483653"/>
            <pc:sldLayoutMk cId="0" sldId="2147483663"/>
          </pc:sldLayoutMkLst>
        </pc:sldLayoutChg>
        <pc:sldLayoutChg chg="del">
          <pc:chgData name="Maughan, Matthew" userId="5b506559-2742-4d2b-9b68-5b6ca2cdd9c0" providerId="ADAL" clId="{65F86579-F59A-44FA-B179-98A7BD5A0995}" dt="2026-04-20T02:43:16.076" v="11762" actId="47"/>
          <pc:sldLayoutMkLst>
            <pc:docMk/>
            <pc:sldMasterMk cId="0" sldId="2147483653"/>
            <pc:sldLayoutMk cId="0" sldId="2147483664"/>
          </pc:sldLayoutMkLst>
        </pc:sldLayoutChg>
        <pc:sldLayoutChg chg="del">
          <pc:chgData name="Maughan, Matthew" userId="5b506559-2742-4d2b-9b68-5b6ca2cdd9c0" providerId="ADAL" clId="{65F86579-F59A-44FA-B179-98A7BD5A0995}" dt="2026-04-20T02:43:16.076" v="11762" actId="47"/>
          <pc:sldLayoutMkLst>
            <pc:docMk/>
            <pc:sldMasterMk cId="0" sldId="2147483653"/>
            <pc:sldLayoutMk cId="0" sldId="2147483666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C59910-2915-4169-9AEC-CCF2A3DAB3AB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DF3ACA9-C6DE-4C64-8ADD-3E53D92CEB54}">
      <dgm:prSet phldrT="[Text]" phldr="0"/>
      <dgm:spPr/>
      <dgm:t>
        <a:bodyPr/>
        <a:lstStyle/>
        <a:p>
          <a:r>
            <a:rPr lang="en-US" dirty="0"/>
            <a:t>Alpha File</a:t>
          </a:r>
        </a:p>
      </dgm:t>
    </dgm:pt>
    <dgm:pt modelId="{D18B8FEF-D22A-4844-9D07-5698114C9ECF}" type="parTrans" cxnId="{BF84D493-58A3-4960-AA14-4D7FCD5C33AF}">
      <dgm:prSet/>
      <dgm:spPr/>
      <dgm:t>
        <a:bodyPr/>
        <a:lstStyle/>
        <a:p>
          <a:endParaRPr lang="en-US"/>
        </a:p>
      </dgm:t>
    </dgm:pt>
    <dgm:pt modelId="{763000D0-FF27-417D-9C0B-9282A8970B94}" type="sibTrans" cxnId="{BF84D493-58A3-4960-AA14-4D7FCD5C33AF}">
      <dgm:prSet/>
      <dgm:spPr/>
      <dgm:t>
        <a:bodyPr/>
        <a:lstStyle/>
        <a:p>
          <a:endParaRPr lang="en-US"/>
        </a:p>
      </dgm:t>
    </dgm:pt>
    <dgm:pt modelId="{6EC4F6D1-13FB-4724-A95C-CA46C05AA6A4}">
      <dgm:prSet phldrT="[Text]" phldr="0"/>
      <dgm:spPr/>
      <dgm:t>
        <a:bodyPr/>
        <a:lstStyle/>
        <a:p>
          <a:r>
            <a:rPr lang="en-US" dirty="0"/>
            <a:t>Individual alphabetic character value on worksheet is unique identifier</a:t>
          </a:r>
        </a:p>
      </dgm:t>
    </dgm:pt>
    <dgm:pt modelId="{4CD5E0B8-3D3B-47E5-A5D5-828178C634E1}" type="parTrans" cxnId="{A1608881-FA50-47E4-ABF5-94B722C2A1B3}">
      <dgm:prSet/>
      <dgm:spPr/>
      <dgm:t>
        <a:bodyPr/>
        <a:lstStyle/>
        <a:p>
          <a:endParaRPr lang="en-US"/>
        </a:p>
      </dgm:t>
    </dgm:pt>
    <dgm:pt modelId="{97A0DEF5-DBAF-4C7E-AB5E-54C8EAB06FBC}" type="sibTrans" cxnId="{A1608881-FA50-47E4-ABF5-94B722C2A1B3}">
      <dgm:prSet/>
      <dgm:spPr/>
      <dgm:t>
        <a:bodyPr/>
        <a:lstStyle/>
        <a:p>
          <a:endParaRPr lang="en-US"/>
        </a:p>
      </dgm:t>
    </dgm:pt>
    <dgm:pt modelId="{6C83C324-423F-49CF-BD0C-2342C8670286}">
      <dgm:prSet phldrT="[Text]" phldr="0"/>
      <dgm:spPr/>
      <dgm:t>
        <a:bodyPr/>
        <a:lstStyle/>
        <a:p>
          <a:r>
            <a:rPr lang="en-US" dirty="0"/>
            <a:t>Starts with cost report #, which is how its tied to report file</a:t>
          </a:r>
        </a:p>
      </dgm:t>
    </dgm:pt>
    <dgm:pt modelId="{EF4CF166-FC18-4C41-9778-D628F32D2A1E}" type="parTrans" cxnId="{B63FBC34-A438-4DDB-8BA8-0949D4C68AC5}">
      <dgm:prSet/>
      <dgm:spPr/>
      <dgm:t>
        <a:bodyPr/>
        <a:lstStyle/>
        <a:p>
          <a:endParaRPr lang="en-US"/>
        </a:p>
      </dgm:t>
    </dgm:pt>
    <dgm:pt modelId="{5A3C5B66-9ACC-44EF-95B3-A9BE03BF2250}" type="sibTrans" cxnId="{B63FBC34-A438-4DDB-8BA8-0949D4C68AC5}">
      <dgm:prSet/>
      <dgm:spPr/>
      <dgm:t>
        <a:bodyPr/>
        <a:lstStyle/>
        <a:p>
          <a:endParaRPr lang="en-US"/>
        </a:p>
      </dgm:t>
    </dgm:pt>
    <dgm:pt modelId="{EB7E2B77-BE88-4F16-96D7-A7BAEE7F31B6}">
      <dgm:prSet phldrT="[Text]" phldr="0"/>
      <dgm:spPr/>
      <dgm:t>
        <a:bodyPr/>
        <a:lstStyle/>
        <a:p>
          <a:r>
            <a:rPr lang="en-US" dirty="0"/>
            <a:t>Report File</a:t>
          </a:r>
        </a:p>
      </dgm:t>
    </dgm:pt>
    <dgm:pt modelId="{D5221584-4C9C-4A93-A774-E73F15099692}" type="parTrans" cxnId="{AA32F31D-AEB1-4F62-93AB-DBE82104724E}">
      <dgm:prSet/>
      <dgm:spPr/>
      <dgm:t>
        <a:bodyPr/>
        <a:lstStyle/>
        <a:p>
          <a:endParaRPr lang="en-US"/>
        </a:p>
      </dgm:t>
    </dgm:pt>
    <dgm:pt modelId="{02EE9138-1CDC-4390-9BC5-AB549771C632}" type="sibTrans" cxnId="{AA32F31D-AEB1-4F62-93AB-DBE82104724E}">
      <dgm:prSet/>
      <dgm:spPr/>
      <dgm:t>
        <a:bodyPr/>
        <a:lstStyle/>
        <a:p>
          <a:endParaRPr lang="en-US"/>
        </a:p>
      </dgm:t>
    </dgm:pt>
    <dgm:pt modelId="{16F97E9C-D7CF-4C31-9792-6809CCEA8695}">
      <dgm:prSet phldrT="[Text]" phldr="0"/>
      <dgm:spPr/>
      <dgm:t>
        <a:bodyPr/>
        <a:lstStyle/>
        <a:p>
          <a:r>
            <a:rPr lang="en-US" dirty="0"/>
            <a:t>Cost Report # is unique identifier (1 filed per hospital per year</a:t>
          </a:r>
        </a:p>
      </dgm:t>
    </dgm:pt>
    <dgm:pt modelId="{E8C601CB-25FC-4108-8845-10C34AAC1F8C}" type="parTrans" cxnId="{3B1D5B2D-E6E7-43E4-B128-AB640E8729FD}">
      <dgm:prSet/>
      <dgm:spPr/>
      <dgm:t>
        <a:bodyPr/>
        <a:lstStyle/>
        <a:p>
          <a:endParaRPr lang="en-US"/>
        </a:p>
      </dgm:t>
    </dgm:pt>
    <dgm:pt modelId="{251A50F1-1B9F-47A5-8621-9BC9D4E3403C}" type="sibTrans" cxnId="{3B1D5B2D-E6E7-43E4-B128-AB640E8729FD}">
      <dgm:prSet/>
      <dgm:spPr/>
      <dgm:t>
        <a:bodyPr/>
        <a:lstStyle/>
        <a:p>
          <a:endParaRPr lang="en-US"/>
        </a:p>
      </dgm:t>
    </dgm:pt>
    <dgm:pt modelId="{793B43D9-4FCE-45E5-A9CF-53F5189C8BF9}">
      <dgm:prSet phldrT="[Text]" phldr="0"/>
      <dgm:spPr/>
      <dgm:t>
        <a:bodyPr/>
        <a:lstStyle/>
        <a:p>
          <a:r>
            <a:rPr lang="en-US" dirty="0"/>
            <a:t>Cost Report should be unique to a hospital year, but sometimes there are exceptions (acquisition, fiscal year change </a:t>
          </a:r>
          <a:r>
            <a:rPr lang="en-US" dirty="0" err="1"/>
            <a:t>etc</a:t>
          </a:r>
          <a:r>
            <a:rPr lang="en-US" dirty="0"/>
            <a:t>)</a:t>
          </a:r>
        </a:p>
      </dgm:t>
    </dgm:pt>
    <dgm:pt modelId="{17CE7A10-EB55-459B-8F9D-C397D229E28E}" type="parTrans" cxnId="{0ABCD901-0126-4C28-93DC-68FD67AE5E95}">
      <dgm:prSet/>
      <dgm:spPr/>
      <dgm:t>
        <a:bodyPr/>
        <a:lstStyle/>
        <a:p>
          <a:endParaRPr lang="en-US"/>
        </a:p>
      </dgm:t>
    </dgm:pt>
    <dgm:pt modelId="{A8FA0F3E-06C6-4668-8112-0D1C40157EA5}" type="sibTrans" cxnId="{0ABCD901-0126-4C28-93DC-68FD67AE5E95}">
      <dgm:prSet/>
      <dgm:spPr/>
      <dgm:t>
        <a:bodyPr/>
        <a:lstStyle/>
        <a:p>
          <a:endParaRPr lang="en-US"/>
        </a:p>
      </dgm:t>
    </dgm:pt>
    <dgm:pt modelId="{B5F2066B-5B21-4AA1-B793-F05FC0DF0951}">
      <dgm:prSet phldrT="[Text]" phldr="0"/>
      <dgm:spPr/>
      <dgm:t>
        <a:bodyPr/>
        <a:lstStyle/>
        <a:p>
          <a:r>
            <a:rPr lang="en-US" dirty="0"/>
            <a:t>Numeric File</a:t>
          </a:r>
        </a:p>
      </dgm:t>
    </dgm:pt>
    <dgm:pt modelId="{0C14EA19-E972-448E-8EAD-6F7DE21C63AB}" type="parTrans" cxnId="{A22B0464-7497-42F2-A497-79415B35DB10}">
      <dgm:prSet/>
      <dgm:spPr/>
      <dgm:t>
        <a:bodyPr/>
        <a:lstStyle/>
        <a:p>
          <a:endParaRPr lang="en-US"/>
        </a:p>
      </dgm:t>
    </dgm:pt>
    <dgm:pt modelId="{C0AD2C13-195F-41C7-B6AA-6C9FF0552E82}" type="sibTrans" cxnId="{A22B0464-7497-42F2-A497-79415B35DB10}">
      <dgm:prSet/>
      <dgm:spPr/>
      <dgm:t>
        <a:bodyPr/>
        <a:lstStyle/>
        <a:p>
          <a:endParaRPr lang="en-US"/>
        </a:p>
      </dgm:t>
    </dgm:pt>
    <dgm:pt modelId="{6A6EEEF9-33D5-4C5F-AA49-1CBE8E36CA5E}">
      <dgm:prSet phldrT="[Text]"/>
      <dgm:spPr/>
      <dgm:t>
        <a:bodyPr/>
        <a:lstStyle/>
        <a:p>
          <a:r>
            <a:rPr lang="en-US" dirty="0"/>
            <a:t>Individual numeric character value on worksheet is unique identifier</a:t>
          </a:r>
        </a:p>
      </dgm:t>
    </dgm:pt>
    <dgm:pt modelId="{202EC2B6-1F1E-4086-8B06-EE1AA71E2920}" type="parTrans" cxnId="{2DCDD328-0B74-4C6E-9397-9D4F3AE85AD7}">
      <dgm:prSet/>
      <dgm:spPr/>
      <dgm:t>
        <a:bodyPr/>
        <a:lstStyle/>
        <a:p>
          <a:endParaRPr lang="en-US"/>
        </a:p>
      </dgm:t>
    </dgm:pt>
    <dgm:pt modelId="{990AE581-C70C-4BB3-8EE4-AA412EA0B4A7}" type="sibTrans" cxnId="{2DCDD328-0B74-4C6E-9397-9D4F3AE85AD7}">
      <dgm:prSet/>
      <dgm:spPr/>
      <dgm:t>
        <a:bodyPr/>
        <a:lstStyle/>
        <a:p>
          <a:endParaRPr lang="en-US"/>
        </a:p>
      </dgm:t>
    </dgm:pt>
    <dgm:pt modelId="{F38BC0D6-0246-41AA-A1C6-57CDD37B53BC}">
      <dgm:prSet phldrT="[Text]" phldr="0"/>
      <dgm:spPr/>
      <dgm:t>
        <a:bodyPr/>
        <a:lstStyle/>
        <a:p>
          <a:r>
            <a:rPr lang="en-US" dirty="0"/>
            <a:t>Then worksheet, column, line, and finally value </a:t>
          </a:r>
        </a:p>
      </dgm:t>
    </dgm:pt>
    <dgm:pt modelId="{17A1C869-476D-4E63-A8B4-0A47C0353090}" type="parTrans" cxnId="{581C1491-D88B-4EEC-908A-44412344E671}">
      <dgm:prSet/>
      <dgm:spPr/>
      <dgm:t>
        <a:bodyPr/>
        <a:lstStyle/>
        <a:p>
          <a:endParaRPr lang="en-US"/>
        </a:p>
      </dgm:t>
    </dgm:pt>
    <dgm:pt modelId="{23E4049D-021D-470A-86C9-60D6C347E253}" type="sibTrans" cxnId="{581C1491-D88B-4EEC-908A-44412344E671}">
      <dgm:prSet/>
      <dgm:spPr/>
      <dgm:t>
        <a:bodyPr/>
        <a:lstStyle/>
        <a:p>
          <a:endParaRPr lang="en-US"/>
        </a:p>
      </dgm:t>
    </dgm:pt>
    <dgm:pt modelId="{B583D562-C508-44D0-85BB-4E4F07141009}">
      <dgm:prSet/>
      <dgm:spPr/>
      <dgm:t>
        <a:bodyPr/>
        <a:lstStyle/>
        <a:p>
          <a:r>
            <a:rPr lang="en-US" dirty="0"/>
            <a:t>Starts with cost report #, which is how its tied to report file</a:t>
          </a:r>
        </a:p>
      </dgm:t>
    </dgm:pt>
    <dgm:pt modelId="{A2CAD832-DDD1-4650-AB9D-19814F38A094}" type="parTrans" cxnId="{2BB39C2C-BB35-4EA7-B80A-7F0F62C6FE34}">
      <dgm:prSet/>
      <dgm:spPr/>
      <dgm:t>
        <a:bodyPr/>
        <a:lstStyle/>
        <a:p>
          <a:endParaRPr lang="en-US"/>
        </a:p>
      </dgm:t>
    </dgm:pt>
    <dgm:pt modelId="{53E8ADBF-9808-4852-B2A5-8272191023DE}" type="sibTrans" cxnId="{2BB39C2C-BB35-4EA7-B80A-7F0F62C6FE34}">
      <dgm:prSet/>
      <dgm:spPr/>
      <dgm:t>
        <a:bodyPr/>
        <a:lstStyle/>
        <a:p>
          <a:endParaRPr lang="en-US"/>
        </a:p>
      </dgm:t>
    </dgm:pt>
    <dgm:pt modelId="{62205231-AC13-4192-BA53-2442CD65304B}">
      <dgm:prSet/>
      <dgm:spPr/>
      <dgm:t>
        <a:bodyPr/>
        <a:lstStyle/>
        <a:p>
          <a:r>
            <a:rPr lang="en-US" dirty="0"/>
            <a:t>Then worksheet, column, line, and finally value </a:t>
          </a:r>
        </a:p>
      </dgm:t>
    </dgm:pt>
    <dgm:pt modelId="{19EAB32A-EE68-421C-BEC1-B92AAD9D23B2}" type="parTrans" cxnId="{7FFD959B-67EA-4CA8-9E9E-E941A8BA739C}">
      <dgm:prSet/>
      <dgm:spPr/>
      <dgm:t>
        <a:bodyPr/>
        <a:lstStyle/>
        <a:p>
          <a:endParaRPr lang="en-US"/>
        </a:p>
      </dgm:t>
    </dgm:pt>
    <dgm:pt modelId="{BA4E4AA1-2533-49F7-83E9-640D4CC8F440}" type="sibTrans" cxnId="{7FFD959B-67EA-4CA8-9E9E-E941A8BA739C}">
      <dgm:prSet/>
      <dgm:spPr/>
      <dgm:t>
        <a:bodyPr/>
        <a:lstStyle/>
        <a:p>
          <a:endParaRPr lang="en-US"/>
        </a:p>
      </dgm:t>
    </dgm:pt>
    <dgm:pt modelId="{B5004C1B-4DC1-4570-9420-AE48FBB5679C}" type="pres">
      <dgm:prSet presAssocID="{91C59910-2915-4169-9AEC-CCF2A3DAB3AB}" presName="Name0" presStyleCnt="0">
        <dgm:presLayoutVars>
          <dgm:dir/>
          <dgm:animLvl val="lvl"/>
          <dgm:resizeHandles val="exact"/>
        </dgm:presLayoutVars>
      </dgm:prSet>
      <dgm:spPr/>
    </dgm:pt>
    <dgm:pt modelId="{54643D54-FE3C-40FF-9198-6AA7D8F090E9}" type="pres">
      <dgm:prSet presAssocID="{7DF3ACA9-C6DE-4C64-8ADD-3E53D92CEB54}" presName="composite" presStyleCnt="0"/>
      <dgm:spPr/>
    </dgm:pt>
    <dgm:pt modelId="{D13CB792-9F73-434E-B869-E3285FC8589D}" type="pres">
      <dgm:prSet presAssocID="{7DF3ACA9-C6DE-4C64-8ADD-3E53D92CEB54}" presName="parTx" presStyleLbl="alignNode1" presStyleIdx="0" presStyleCnt="3" custLinFactNeighborY="1454">
        <dgm:presLayoutVars>
          <dgm:chMax val="0"/>
          <dgm:chPref val="0"/>
          <dgm:bulletEnabled val="1"/>
        </dgm:presLayoutVars>
      </dgm:prSet>
      <dgm:spPr/>
    </dgm:pt>
    <dgm:pt modelId="{ADDD774B-1FDC-4ED3-AD8D-B8C0B6241E57}" type="pres">
      <dgm:prSet presAssocID="{7DF3ACA9-C6DE-4C64-8ADD-3E53D92CEB54}" presName="desTx" presStyleLbl="alignAccFollowNode1" presStyleIdx="0" presStyleCnt="3">
        <dgm:presLayoutVars>
          <dgm:bulletEnabled val="1"/>
        </dgm:presLayoutVars>
      </dgm:prSet>
      <dgm:spPr/>
    </dgm:pt>
    <dgm:pt modelId="{A733F60C-CE44-4160-93FE-F8E4D5EBA375}" type="pres">
      <dgm:prSet presAssocID="{763000D0-FF27-417D-9C0B-9282A8970B94}" presName="space" presStyleCnt="0"/>
      <dgm:spPr/>
    </dgm:pt>
    <dgm:pt modelId="{AEF840B6-1A06-4B86-8DFF-EE1F3E3EE429}" type="pres">
      <dgm:prSet presAssocID="{EB7E2B77-BE88-4F16-96D7-A7BAEE7F31B6}" presName="composite" presStyleCnt="0"/>
      <dgm:spPr/>
    </dgm:pt>
    <dgm:pt modelId="{9DF81799-1DFA-46E0-8488-1C75385EB0F3}" type="pres">
      <dgm:prSet presAssocID="{EB7E2B77-BE88-4F16-96D7-A7BAEE7F31B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7B97309F-8D65-4C9A-8ECF-47AA5FAD2D8D}" type="pres">
      <dgm:prSet presAssocID="{EB7E2B77-BE88-4F16-96D7-A7BAEE7F31B6}" presName="desTx" presStyleLbl="alignAccFollowNode1" presStyleIdx="1" presStyleCnt="3">
        <dgm:presLayoutVars>
          <dgm:bulletEnabled val="1"/>
        </dgm:presLayoutVars>
      </dgm:prSet>
      <dgm:spPr/>
    </dgm:pt>
    <dgm:pt modelId="{8B77171F-8E1D-42E3-BA32-0DE8F427EB2A}" type="pres">
      <dgm:prSet presAssocID="{02EE9138-1CDC-4390-9BC5-AB549771C632}" presName="space" presStyleCnt="0"/>
      <dgm:spPr/>
    </dgm:pt>
    <dgm:pt modelId="{141EA27A-06E8-4056-9D82-A51C7549111D}" type="pres">
      <dgm:prSet presAssocID="{B5F2066B-5B21-4AA1-B793-F05FC0DF0951}" presName="composite" presStyleCnt="0"/>
      <dgm:spPr/>
    </dgm:pt>
    <dgm:pt modelId="{F40A6644-A417-4577-9291-72E3C85BC40A}" type="pres">
      <dgm:prSet presAssocID="{B5F2066B-5B21-4AA1-B793-F05FC0DF095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C68DB6A3-76F1-42AE-ADBA-689E92E8F914}" type="pres">
      <dgm:prSet presAssocID="{B5F2066B-5B21-4AA1-B793-F05FC0DF095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0ABCD901-0126-4C28-93DC-68FD67AE5E95}" srcId="{EB7E2B77-BE88-4F16-96D7-A7BAEE7F31B6}" destId="{793B43D9-4FCE-45E5-A9CF-53F5189C8BF9}" srcOrd="1" destOrd="0" parTransId="{17CE7A10-EB55-459B-8F9D-C397D229E28E}" sibTransId="{A8FA0F3E-06C6-4668-8112-0D1C40157EA5}"/>
    <dgm:cxn modelId="{AA32F31D-AEB1-4F62-93AB-DBE82104724E}" srcId="{91C59910-2915-4169-9AEC-CCF2A3DAB3AB}" destId="{EB7E2B77-BE88-4F16-96D7-A7BAEE7F31B6}" srcOrd="1" destOrd="0" parTransId="{D5221584-4C9C-4A93-A774-E73F15099692}" sibTransId="{02EE9138-1CDC-4390-9BC5-AB549771C632}"/>
    <dgm:cxn modelId="{00585825-1C72-4352-97AB-7FFB28947B49}" type="presOf" srcId="{6A6EEEF9-33D5-4C5F-AA49-1CBE8E36CA5E}" destId="{C68DB6A3-76F1-42AE-ADBA-689E92E8F914}" srcOrd="0" destOrd="0" presId="urn:microsoft.com/office/officeart/2005/8/layout/hList1"/>
    <dgm:cxn modelId="{07CF3126-3950-4947-826E-33378AAC51DD}" type="presOf" srcId="{6C83C324-423F-49CF-BD0C-2342C8670286}" destId="{ADDD774B-1FDC-4ED3-AD8D-B8C0B6241E57}" srcOrd="0" destOrd="1" presId="urn:microsoft.com/office/officeart/2005/8/layout/hList1"/>
    <dgm:cxn modelId="{2DCDD328-0B74-4C6E-9397-9D4F3AE85AD7}" srcId="{B5F2066B-5B21-4AA1-B793-F05FC0DF0951}" destId="{6A6EEEF9-33D5-4C5F-AA49-1CBE8E36CA5E}" srcOrd="0" destOrd="0" parTransId="{202EC2B6-1F1E-4086-8B06-EE1AA71E2920}" sibTransId="{990AE581-C70C-4BB3-8EE4-AA412EA0B4A7}"/>
    <dgm:cxn modelId="{5C984E29-17AA-4592-93D0-B41E23B11DF2}" type="presOf" srcId="{EB7E2B77-BE88-4F16-96D7-A7BAEE7F31B6}" destId="{9DF81799-1DFA-46E0-8488-1C75385EB0F3}" srcOrd="0" destOrd="0" presId="urn:microsoft.com/office/officeart/2005/8/layout/hList1"/>
    <dgm:cxn modelId="{2BB39C2C-BB35-4EA7-B80A-7F0F62C6FE34}" srcId="{B5F2066B-5B21-4AA1-B793-F05FC0DF0951}" destId="{B583D562-C508-44D0-85BB-4E4F07141009}" srcOrd="1" destOrd="0" parTransId="{A2CAD832-DDD1-4650-AB9D-19814F38A094}" sibTransId="{53E8ADBF-9808-4852-B2A5-8272191023DE}"/>
    <dgm:cxn modelId="{3B1D5B2D-E6E7-43E4-B128-AB640E8729FD}" srcId="{EB7E2B77-BE88-4F16-96D7-A7BAEE7F31B6}" destId="{16F97E9C-D7CF-4C31-9792-6809CCEA8695}" srcOrd="0" destOrd="0" parTransId="{E8C601CB-25FC-4108-8845-10C34AAC1F8C}" sibTransId="{251A50F1-1B9F-47A5-8621-9BC9D4E3403C}"/>
    <dgm:cxn modelId="{B63FBC34-A438-4DDB-8BA8-0949D4C68AC5}" srcId="{7DF3ACA9-C6DE-4C64-8ADD-3E53D92CEB54}" destId="{6C83C324-423F-49CF-BD0C-2342C8670286}" srcOrd="1" destOrd="0" parTransId="{EF4CF166-FC18-4C41-9778-D628F32D2A1E}" sibTransId="{5A3C5B66-9ACC-44EF-95B3-A9BE03BF2250}"/>
    <dgm:cxn modelId="{A22B0464-7497-42F2-A497-79415B35DB10}" srcId="{91C59910-2915-4169-9AEC-CCF2A3DAB3AB}" destId="{B5F2066B-5B21-4AA1-B793-F05FC0DF0951}" srcOrd="2" destOrd="0" parTransId="{0C14EA19-E972-448E-8EAD-6F7DE21C63AB}" sibTransId="{C0AD2C13-195F-41C7-B6AA-6C9FF0552E82}"/>
    <dgm:cxn modelId="{1B84654A-1A25-4CD2-81DB-4DDD6C7566F5}" type="presOf" srcId="{6EC4F6D1-13FB-4724-A95C-CA46C05AA6A4}" destId="{ADDD774B-1FDC-4ED3-AD8D-B8C0B6241E57}" srcOrd="0" destOrd="0" presId="urn:microsoft.com/office/officeart/2005/8/layout/hList1"/>
    <dgm:cxn modelId="{8AB50A4D-D33A-4F7D-87BE-E192517BA384}" type="presOf" srcId="{B5F2066B-5B21-4AA1-B793-F05FC0DF0951}" destId="{F40A6644-A417-4577-9291-72E3C85BC40A}" srcOrd="0" destOrd="0" presId="urn:microsoft.com/office/officeart/2005/8/layout/hList1"/>
    <dgm:cxn modelId="{C18CF655-2F8F-4793-9288-8C25DB8B0885}" type="presOf" srcId="{16F97E9C-D7CF-4C31-9792-6809CCEA8695}" destId="{7B97309F-8D65-4C9A-8ECF-47AA5FAD2D8D}" srcOrd="0" destOrd="0" presId="urn:microsoft.com/office/officeart/2005/8/layout/hList1"/>
    <dgm:cxn modelId="{A1608881-FA50-47E4-ABF5-94B722C2A1B3}" srcId="{7DF3ACA9-C6DE-4C64-8ADD-3E53D92CEB54}" destId="{6EC4F6D1-13FB-4724-A95C-CA46C05AA6A4}" srcOrd="0" destOrd="0" parTransId="{4CD5E0B8-3D3B-47E5-A5D5-828178C634E1}" sibTransId="{97A0DEF5-DBAF-4C7E-AB5E-54C8EAB06FBC}"/>
    <dgm:cxn modelId="{2039518E-9327-4C2D-B743-84F27740BB1D}" type="presOf" srcId="{7DF3ACA9-C6DE-4C64-8ADD-3E53D92CEB54}" destId="{D13CB792-9F73-434E-B869-E3285FC8589D}" srcOrd="0" destOrd="0" presId="urn:microsoft.com/office/officeart/2005/8/layout/hList1"/>
    <dgm:cxn modelId="{581C1491-D88B-4EEC-908A-44412344E671}" srcId="{7DF3ACA9-C6DE-4C64-8ADD-3E53D92CEB54}" destId="{F38BC0D6-0246-41AA-A1C6-57CDD37B53BC}" srcOrd="2" destOrd="0" parTransId="{17A1C869-476D-4E63-A8B4-0A47C0353090}" sibTransId="{23E4049D-021D-470A-86C9-60D6C347E253}"/>
    <dgm:cxn modelId="{BF84D493-58A3-4960-AA14-4D7FCD5C33AF}" srcId="{91C59910-2915-4169-9AEC-CCF2A3DAB3AB}" destId="{7DF3ACA9-C6DE-4C64-8ADD-3E53D92CEB54}" srcOrd="0" destOrd="0" parTransId="{D18B8FEF-D22A-4844-9D07-5698114C9ECF}" sibTransId="{763000D0-FF27-417D-9C0B-9282A8970B94}"/>
    <dgm:cxn modelId="{91EB3394-EFEA-454C-BA15-9A7A523A0C2D}" type="presOf" srcId="{91C59910-2915-4169-9AEC-CCF2A3DAB3AB}" destId="{B5004C1B-4DC1-4570-9420-AE48FBB5679C}" srcOrd="0" destOrd="0" presId="urn:microsoft.com/office/officeart/2005/8/layout/hList1"/>
    <dgm:cxn modelId="{7FFD959B-67EA-4CA8-9E9E-E941A8BA739C}" srcId="{B5F2066B-5B21-4AA1-B793-F05FC0DF0951}" destId="{62205231-AC13-4192-BA53-2442CD65304B}" srcOrd="2" destOrd="0" parTransId="{19EAB32A-EE68-421C-BEC1-B92AAD9D23B2}" sibTransId="{BA4E4AA1-2533-49F7-83E9-640D4CC8F440}"/>
    <dgm:cxn modelId="{EE3A42BE-4BD5-44E6-A340-3B1F7D761906}" type="presOf" srcId="{62205231-AC13-4192-BA53-2442CD65304B}" destId="{C68DB6A3-76F1-42AE-ADBA-689E92E8F914}" srcOrd="0" destOrd="2" presId="urn:microsoft.com/office/officeart/2005/8/layout/hList1"/>
    <dgm:cxn modelId="{7123B9C3-7BA0-42B3-888A-68A42B21F975}" type="presOf" srcId="{B583D562-C508-44D0-85BB-4E4F07141009}" destId="{C68DB6A3-76F1-42AE-ADBA-689E92E8F914}" srcOrd="0" destOrd="1" presId="urn:microsoft.com/office/officeart/2005/8/layout/hList1"/>
    <dgm:cxn modelId="{B6645ADD-278C-42DF-A622-8A41224386B3}" type="presOf" srcId="{F38BC0D6-0246-41AA-A1C6-57CDD37B53BC}" destId="{ADDD774B-1FDC-4ED3-AD8D-B8C0B6241E57}" srcOrd="0" destOrd="2" presId="urn:microsoft.com/office/officeart/2005/8/layout/hList1"/>
    <dgm:cxn modelId="{B03F34DF-6A55-4694-A23D-8FC5A4ADF694}" type="presOf" srcId="{793B43D9-4FCE-45E5-A9CF-53F5189C8BF9}" destId="{7B97309F-8D65-4C9A-8ECF-47AA5FAD2D8D}" srcOrd="0" destOrd="1" presId="urn:microsoft.com/office/officeart/2005/8/layout/hList1"/>
    <dgm:cxn modelId="{A119C20B-121A-4919-8B34-59BFAEDED727}" type="presParOf" srcId="{B5004C1B-4DC1-4570-9420-AE48FBB5679C}" destId="{54643D54-FE3C-40FF-9198-6AA7D8F090E9}" srcOrd="0" destOrd="0" presId="urn:microsoft.com/office/officeart/2005/8/layout/hList1"/>
    <dgm:cxn modelId="{0DAAC785-6C5B-48A4-A0FA-854723EBE1E5}" type="presParOf" srcId="{54643D54-FE3C-40FF-9198-6AA7D8F090E9}" destId="{D13CB792-9F73-434E-B869-E3285FC8589D}" srcOrd="0" destOrd="0" presId="urn:microsoft.com/office/officeart/2005/8/layout/hList1"/>
    <dgm:cxn modelId="{A24D99EE-F519-48FD-A8D8-874EADCC8820}" type="presParOf" srcId="{54643D54-FE3C-40FF-9198-6AA7D8F090E9}" destId="{ADDD774B-1FDC-4ED3-AD8D-B8C0B6241E57}" srcOrd="1" destOrd="0" presId="urn:microsoft.com/office/officeart/2005/8/layout/hList1"/>
    <dgm:cxn modelId="{DE965E3F-BB0D-4A15-A1B0-4B51F4F94685}" type="presParOf" srcId="{B5004C1B-4DC1-4570-9420-AE48FBB5679C}" destId="{A733F60C-CE44-4160-93FE-F8E4D5EBA375}" srcOrd="1" destOrd="0" presId="urn:microsoft.com/office/officeart/2005/8/layout/hList1"/>
    <dgm:cxn modelId="{5A1F040B-EF51-40B6-8BFB-C25931D2C02D}" type="presParOf" srcId="{B5004C1B-4DC1-4570-9420-AE48FBB5679C}" destId="{AEF840B6-1A06-4B86-8DFF-EE1F3E3EE429}" srcOrd="2" destOrd="0" presId="urn:microsoft.com/office/officeart/2005/8/layout/hList1"/>
    <dgm:cxn modelId="{60B4857D-8869-42B4-AAC3-B8254472DC66}" type="presParOf" srcId="{AEF840B6-1A06-4B86-8DFF-EE1F3E3EE429}" destId="{9DF81799-1DFA-46E0-8488-1C75385EB0F3}" srcOrd="0" destOrd="0" presId="urn:microsoft.com/office/officeart/2005/8/layout/hList1"/>
    <dgm:cxn modelId="{26A26626-70E5-477A-845C-16A6BB60D86C}" type="presParOf" srcId="{AEF840B6-1A06-4B86-8DFF-EE1F3E3EE429}" destId="{7B97309F-8D65-4C9A-8ECF-47AA5FAD2D8D}" srcOrd="1" destOrd="0" presId="urn:microsoft.com/office/officeart/2005/8/layout/hList1"/>
    <dgm:cxn modelId="{75D0B479-532F-4EE1-A939-BC794E03D7BE}" type="presParOf" srcId="{B5004C1B-4DC1-4570-9420-AE48FBB5679C}" destId="{8B77171F-8E1D-42E3-BA32-0DE8F427EB2A}" srcOrd="3" destOrd="0" presId="urn:microsoft.com/office/officeart/2005/8/layout/hList1"/>
    <dgm:cxn modelId="{B8C6E73D-0922-41CB-BF70-41B97B4B8E11}" type="presParOf" srcId="{B5004C1B-4DC1-4570-9420-AE48FBB5679C}" destId="{141EA27A-06E8-4056-9D82-A51C7549111D}" srcOrd="4" destOrd="0" presId="urn:microsoft.com/office/officeart/2005/8/layout/hList1"/>
    <dgm:cxn modelId="{DE3E95FD-A1F1-427A-AB6B-D410E20236F6}" type="presParOf" srcId="{141EA27A-06E8-4056-9D82-A51C7549111D}" destId="{F40A6644-A417-4577-9291-72E3C85BC40A}" srcOrd="0" destOrd="0" presId="urn:microsoft.com/office/officeart/2005/8/layout/hList1"/>
    <dgm:cxn modelId="{BA4B24B6-4C45-4F81-BF5A-CC2CCF302A2A}" type="presParOf" srcId="{141EA27A-06E8-4056-9D82-A51C7549111D}" destId="{C68DB6A3-76F1-42AE-ADBA-689E92E8F91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3CB792-9F73-434E-B869-E3285FC8589D}">
      <dsp:nvSpPr>
        <dsp:cNvPr id="0" name=""/>
        <dsp:cNvSpPr/>
      </dsp:nvSpPr>
      <dsp:spPr>
        <a:xfrm>
          <a:off x="3327" y="167903"/>
          <a:ext cx="3244283" cy="6048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Alpha File</a:t>
          </a:r>
        </a:p>
      </dsp:txBody>
      <dsp:txXfrm>
        <a:off x="3327" y="167903"/>
        <a:ext cx="3244283" cy="604800"/>
      </dsp:txXfrm>
    </dsp:sp>
    <dsp:sp modelId="{ADDD774B-1FDC-4ED3-AD8D-B8C0B6241E57}">
      <dsp:nvSpPr>
        <dsp:cNvPr id="0" name=""/>
        <dsp:cNvSpPr/>
      </dsp:nvSpPr>
      <dsp:spPr>
        <a:xfrm>
          <a:off x="3327" y="763909"/>
          <a:ext cx="3244283" cy="3170474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Individual alphabetic character value on worksheet is unique identifier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Starts with cost report #, which is how its tied to report file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Then worksheet, column, line, and finally value </a:t>
          </a:r>
        </a:p>
      </dsp:txBody>
      <dsp:txXfrm>
        <a:off x="3327" y="763909"/>
        <a:ext cx="3244283" cy="3170474"/>
      </dsp:txXfrm>
    </dsp:sp>
    <dsp:sp modelId="{9DF81799-1DFA-46E0-8488-1C75385EB0F3}">
      <dsp:nvSpPr>
        <dsp:cNvPr id="0" name=""/>
        <dsp:cNvSpPr/>
      </dsp:nvSpPr>
      <dsp:spPr>
        <a:xfrm>
          <a:off x="3701810" y="159109"/>
          <a:ext cx="3244283" cy="604800"/>
        </a:xfrm>
        <a:prstGeom prst="rect">
          <a:avLst/>
        </a:prstGeom>
        <a:solidFill>
          <a:schemeClr val="accent5">
            <a:hueOff val="-5047671"/>
            <a:satOff val="-41420"/>
            <a:lumOff val="22549"/>
            <a:alphaOff val="0"/>
          </a:schemeClr>
        </a:solidFill>
        <a:ln w="25400" cap="flat" cmpd="sng" algn="ctr">
          <a:solidFill>
            <a:schemeClr val="accent5">
              <a:hueOff val="-5047671"/>
              <a:satOff val="-41420"/>
              <a:lumOff val="22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Report File</a:t>
          </a:r>
        </a:p>
      </dsp:txBody>
      <dsp:txXfrm>
        <a:off x="3701810" y="159109"/>
        <a:ext cx="3244283" cy="604800"/>
      </dsp:txXfrm>
    </dsp:sp>
    <dsp:sp modelId="{7B97309F-8D65-4C9A-8ECF-47AA5FAD2D8D}">
      <dsp:nvSpPr>
        <dsp:cNvPr id="0" name=""/>
        <dsp:cNvSpPr/>
      </dsp:nvSpPr>
      <dsp:spPr>
        <a:xfrm>
          <a:off x="3701810" y="763909"/>
          <a:ext cx="3244283" cy="3170474"/>
        </a:xfrm>
        <a:prstGeom prst="rect">
          <a:avLst/>
        </a:prstGeom>
        <a:solidFill>
          <a:schemeClr val="accent5">
            <a:tint val="40000"/>
            <a:alpha val="90000"/>
            <a:hueOff val="-5532945"/>
            <a:satOff val="2028"/>
            <a:lumOff val="3581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5532945"/>
              <a:satOff val="2028"/>
              <a:lumOff val="358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Cost Report # is unique identifier (1 filed per hospital per year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Cost Report should be unique to a hospital year, but sometimes there are exceptions (acquisition, fiscal year change </a:t>
          </a:r>
          <a:r>
            <a:rPr lang="en-US" sz="2100" kern="1200" dirty="0" err="1"/>
            <a:t>etc</a:t>
          </a:r>
          <a:r>
            <a:rPr lang="en-US" sz="2100" kern="1200" dirty="0"/>
            <a:t>)</a:t>
          </a:r>
        </a:p>
      </dsp:txBody>
      <dsp:txXfrm>
        <a:off x="3701810" y="763909"/>
        <a:ext cx="3244283" cy="3170474"/>
      </dsp:txXfrm>
    </dsp:sp>
    <dsp:sp modelId="{F40A6644-A417-4577-9291-72E3C85BC40A}">
      <dsp:nvSpPr>
        <dsp:cNvPr id="0" name=""/>
        <dsp:cNvSpPr/>
      </dsp:nvSpPr>
      <dsp:spPr>
        <a:xfrm>
          <a:off x="7400293" y="159109"/>
          <a:ext cx="3244283" cy="604800"/>
        </a:xfrm>
        <a:prstGeom prst="rect">
          <a:avLst/>
        </a:prstGeom>
        <a:solidFill>
          <a:schemeClr val="accent5">
            <a:hueOff val="-10095342"/>
            <a:satOff val="-82840"/>
            <a:lumOff val="45098"/>
            <a:alphaOff val="0"/>
          </a:schemeClr>
        </a:solidFill>
        <a:ln w="25400" cap="flat" cmpd="sng" algn="ctr">
          <a:solidFill>
            <a:schemeClr val="accent5">
              <a:hueOff val="-10095342"/>
              <a:satOff val="-82840"/>
              <a:lumOff val="45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Numeric File</a:t>
          </a:r>
        </a:p>
      </dsp:txBody>
      <dsp:txXfrm>
        <a:off x="7400293" y="159109"/>
        <a:ext cx="3244283" cy="604800"/>
      </dsp:txXfrm>
    </dsp:sp>
    <dsp:sp modelId="{C68DB6A3-76F1-42AE-ADBA-689E92E8F914}">
      <dsp:nvSpPr>
        <dsp:cNvPr id="0" name=""/>
        <dsp:cNvSpPr/>
      </dsp:nvSpPr>
      <dsp:spPr>
        <a:xfrm>
          <a:off x="7400293" y="763909"/>
          <a:ext cx="3244283" cy="3170474"/>
        </a:xfrm>
        <a:prstGeom prst="rect">
          <a:avLst/>
        </a:prstGeom>
        <a:solidFill>
          <a:schemeClr val="accent5">
            <a:tint val="40000"/>
            <a:alpha val="90000"/>
            <a:hueOff val="-11065889"/>
            <a:satOff val="4055"/>
            <a:lumOff val="7162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1065889"/>
              <a:satOff val="4055"/>
              <a:lumOff val="716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Individual numeric character value on worksheet is unique identifier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Starts with cost report #, which is how its tied to report file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Then worksheet, column, line, and finally value </a:t>
          </a:r>
        </a:p>
      </dsp:txBody>
      <dsp:txXfrm>
        <a:off x="7400293" y="763909"/>
        <a:ext cx="3244283" cy="31704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de983e6966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2de983e6966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5AF7B9F-1ADD-FDED-7DD9-7BF203F07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>
            <a:extLst>
              <a:ext uri="{FF2B5EF4-FFF2-40B4-BE49-F238E27FC236}">
                <a16:creationId xmlns:a16="http://schemas.microsoft.com/office/drawing/2014/main" id="{65E5635A-7D28-B08F-42DD-D76C602240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1:notes">
            <a:extLst>
              <a:ext uri="{FF2B5EF4-FFF2-40B4-BE49-F238E27FC236}">
                <a16:creationId xmlns:a16="http://schemas.microsoft.com/office/drawing/2014/main" id="{6F314BCC-D533-5771-B0EF-18A2606E81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0108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 so what?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Because both main data aggregators mix public and private sources, neither are completely transparent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Both of them process the data to create new variable names. Some (RAND) are better about documenting what they did than others (NASHP)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NASHP on the other hand is more transparent about where the data came from – RAND just says that is </a:t>
            </a:r>
            <a:r>
              <a:rPr lang="en-US" dirty="0" err="1"/>
              <a:t>it”enhanced</a:t>
            </a:r>
            <a:r>
              <a:rPr lang="en-US" dirty="0"/>
              <a:t>” by other data 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2054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6FDE36AC-9656-8CFA-93C9-27C7BD6A2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>
            <a:extLst>
              <a:ext uri="{FF2B5EF4-FFF2-40B4-BE49-F238E27FC236}">
                <a16:creationId xmlns:a16="http://schemas.microsoft.com/office/drawing/2014/main" id="{7548BCBB-C0A2-326B-4B9B-2207143E08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1:notes">
            <a:extLst>
              <a:ext uri="{FF2B5EF4-FFF2-40B4-BE49-F238E27FC236}">
                <a16:creationId xmlns:a16="http://schemas.microsoft.com/office/drawing/2014/main" id="{8B5EC23B-5C7A-5ADF-67DB-CF54F35118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8746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552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4"/>
          <p:cNvSpPr/>
          <p:nvPr/>
        </p:nvSpPr>
        <p:spPr>
          <a:xfrm>
            <a:off x="0" y="1"/>
            <a:ext cx="12192000" cy="5029198"/>
          </a:xfrm>
          <a:prstGeom prst="rect">
            <a:avLst/>
          </a:prstGeom>
          <a:solidFill>
            <a:srgbClr val="4E36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64"/>
          <p:cNvSpPr txBox="1">
            <a:spLocks noGrp="1"/>
          </p:cNvSpPr>
          <p:nvPr>
            <p:ph type="ctrTitle"/>
          </p:nvPr>
        </p:nvSpPr>
        <p:spPr>
          <a:xfrm>
            <a:off x="1524000" y="5000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Georgia"/>
              <a:buNone/>
              <a:defRPr sz="5400"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4"/>
          <p:cNvSpPr txBox="1">
            <a:spLocks noGrp="1"/>
          </p:cNvSpPr>
          <p:nvPr>
            <p:ph type="subTitle" idx="1"/>
          </p:nvPr>
        </p:nvSpPr>
        <p:spPr>
          <a:xfrm>
            <a:off x="1524000" y="3131200"/>
            <a:ext cx="9144000" cy="1402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8" name="Google Shape;38;p64"/>
          <p:cNvSpPr/>
          <p:nvPr/>
        </p:nvSpPr>
        <p:spPr>
          <a:xfrm>
            <a:off x="-112450" y="4572000"/>
            <a:ext cx="12387300" cy="238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39;p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24400" y="5313069"/>
            <a:ext cx="2743200" cy="994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64"/>
          <p:cNvPicPr preferRelativeResize="0"/>
          <p:nvPr/>
        </p:nvPicPr>
        <p:blipFill rotWithShape="1">
          <a:blip r:embed="rId3">
            <a:alphaModFix/>
          </a:blip>
          <a:srcRect t="-2392" b="-6339"/>
          <a:stretch/>
        </p:blipFill>
        <p:spPr>
          <a:xfrm>
            <a:off x="5302338" y="4751546"/>
            <a:ext cx="1587324" cy="181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1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5"/>
          <p:cNvSpPr/>
          <p:nvPr/>
        </p:nvSpPr>
        <p:spPr>
          <a:xfrm>
            <a:off x="0" y="0"/>
            <a:ext cx="12192000" cy="6102900"/>
          </a:xfrm>
          <a:prstGeom prst="rect">
            <a:avLst/>
          </a:prstGeom>
          <a:solidFill>
            <a:srgbClr val="F1EF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65"/>
          <p:cNvSpPr txBox="1">
            <a:spLocks noGrp="1"/>
          </p:cNvSpPr>
          <p:nvPr>
            <p:ph type="ctrTitle"/>
          </p:nvPr>
        </p:nvSpPr>
        <p:spPr>
          <a:xfrm>
            <a:off x="609600" y="0"/>
            <a:ext cx="3657600" cy="6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1C24"/>
              </a:buClr>
              <a:buSzPts val="6000"/>
              <a:buFont typeface="Georgia"/>
              <a:buNone/>
              <a:defRPr sz="6000" cap="none">
                <a:solidFill>
                  <a:srgbClr val="ED1C2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5"/>
          <p:cNvSpPr txBox="1">
            <a:spLocks noGrp="1"/>
          </p:cNvSpPr>
          <p:nvPr>
            <p:ph type="subTitle" idx="1"/>
          </p:nvPr>
        </p:nvSpPr>
        <p:spPr>
          <a:xfrm>
            <a:off x="5181600" y="457200"/>
            <a:ext cx="6400794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3629"/>
              </a:buClr>
              <a:buSzPts val="2400"/>
              <a:buFont typeface="Arial"/>
              <a:buChar char="•"/>
              <a:defRPr sz="2400">
                <a:solidFill>
                  <a:srgbClr val="4E3629"/>
                </a:solidFill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45" name="Google Shape;45;p65"/>
          <p:cNvCxnSpPr/>
          <p:nvPr/>
        </p:nvCxnSpPr>
        <p:spPr>
          <a:xfrm>
            <a:off x="4724400" y="457200"/>
            <a:ext cx="0" cy="5257800"/>
          </a:xfrm>
          <a:prstGeom prst="straightConnector1">
            <a:avLst/>
          </a:prstGeom>
          <a:noFill/>
          <a:ln w="12700" cap="flat" cmpd="sng">
            <a:solidFill>
              <a:srgbClr val="4E3629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">
  <p:cSld name="Section Divider 1">
    <p:bg>
      <p:bgPr>
        <a:gradFill>
          <a:gsLst>
            <a:gs pos="0">
              <a:schemeClr val="lt2"/>
            </a:gs>
            <a:gs pos="41000">
              <a:schemeClr val="lt2"/>
            </a:gs>
            <a:gs pos="100000">
              <a:srgbClr val="B80E1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6"/>
          <p:cNvSpPr txBox="1">
            <a:spLocks noGrp="1"/>
          </p:cNvSpPr>
          <p:nvPr>
            <p:ph type="ctrTitle"/>
          </p:nvPr>
        </p:nvSpPr>
        <p:spPr>
          <a:xfrm>
            <a:off x="609600" y="685799"/>
            <a:ext cx="10972800" cy="2692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eorgia"/>
              <a:buNone/>
              <a:defRPr sz="6000"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6"/>
          <p:cNvSpPr txBox="1">
            <a:spLocks noGrp="1"/>
          </p:cNvSpPr>
          <p:nvPr>
            <p:ph type="subTitle" idx="1"/>
          </p:nvPr>
        </p:nvSpPr>
        <p:spPr>
          <a:xfrm>
            <a:off x="1524000" y="3817000"/>
            <a:ext cx="9144000" cy="1505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7"/>
          <p:cNvSpPr txBox="1">
            <a:spLocks noGrp="1"/>
          </p:cNvSpPr>
          <p:nvPr>
            <p:ph type="title"/>
          </p:nvPr>
        </p:nvSpPr>
        <p:spPr>
          <a:xfrm>
            <a:off x="609600" y="1"/>
            <a:ext cx="109728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362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7"/>
          <p:cNvSpPr txBox="1">
            <a:spLocks noGrp="1"/>
          </p:cNvSpPr>
          <p:nvPr>
            <p:ph type="body" idx="1"/>
          </p:nvPr>
        </p:nvSpPr>
        <p:spPr>
          <a:xfrm>
            <a:off x="609599" y="1371600"/>
            <a:ext cx="10972799" cy="4343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355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52" name="Google Shape;52;p67"/>
          <p:cNvCxnSpPr/>
          <p:nvPr/>
        </p:nvCxnSpPr>
        <p:spPr>
          <a:xfrm>
            <a:off x="617348" y="914400"/>
            <a:ext cx="11574652" cy="0"/>
          </a:xfrm>
          <a:prstGeom prst="straightConnector1">
            <a:avLst/>
          </a:prstGeom>
          <a:noFill/>
          <a:ln w="12700" cap="flat" cmpd="sng">
            <a:solidFill>
              <a:srgbClr val="ED1C2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f365eaa05_0_14"/>
          <p:cNvSpPr txBox="1">
            <a:spLocks noGrp="1"/>
          </p:cNvSpPr>
          <p:nvPr>
            <p:ph type="title"/>
          </p:nvPr>
        </p:nvSpPr>
        <p:spPr>
          <a:xfrm>
            <a:off x="609600" y="1"/>
            <a:ext cx="109728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3629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g27f365eaa05_0_14"/>
          <p:cNvSpPr txBox="1">
            <a:spLocks noGrp="1"/>
          </p:cNvSpPr>
          <p:nvPr>
            <p:ph type="body" idx="1"/>
          </p:nvPr>
        </p:nvSpPr>
        <p:spPr>
          <a:xfrm>
            <a:off x="609599" y="1320802"/>
            <a:ext cx="5143500" cy="43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marL="1371600" lvl="2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58" name="Google Shape;58;g27f365eaa05_0_14"/>
          <p:cNvCxnSpPr/>
          <p:nvPr/>
        </p:nvCxnSpPr>
        <p:spPr>
          <a:xfrm>
            <a:off x="617348" y="914400"/>
            <a:ext cx="11574600" cy="0"/>
          </a:xfrm>
          <a:prstGeom prst="straightConnector1">
            <a:avLst/>
          </a:prstGeom>
          <a:noFill/>
          <a:ln w="12700" cap="flat" cmpd="sng">
            <a:solidFill>
              <a:srgbClr val="ED1C2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g27f365eaa05_0_14"/>
          <p:cNvSpPr txBox="1">
            <a:spLocks noGrp="1"/>
          </p:cNvSpPr>
          <p:nvPr>
            <p:ph type="body" idx="2"/>
          </p:nvPr>
        </p:nvSpPr>
        <p:spPr>
          <a:xfrm>
            <a:off x="6096000" y="1320801"/>
            <a:ext cx="5486400" cy="43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/>
            </a:lvl2pPr>
            <a:lvl3pPr marL="1371600" lvl="2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CUSTOM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3"/>
          <p:cNvSpPr/>
          <p:nvPr/>
        </p:nvSpPr>
        <p:spPr>
          <a:xfrm>
            <a:off x="0" y="6096000"/>
            <a:ext cx="12264600" cy="807900"/>
          </a:xfrm>
          <a:prstGeom prst="rect">
            <a:avLst/>
          </a:prstGeom>
          <a:solidFill>
            <a:srgbClr val="4E36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63"/>
          <p:cNvPicPr preferRelativeResize="0"/>
          <p:nvPr/>
        </p:nvPicPr>
        <p:blipFill rotWithShape="1">
          <a:blip r:embed="rId8">
            <a:alphaModFix/>
          </a:blip>
          <a:srcRect l="149" r="149"/>
          <a:stretch/>
        </p:blipFill>
        <p:spPr>
          <a:xfrm>
            <a:off x="10423450" y="6232225"/>
            <a:ext cx="1158948" cy="45835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3"/>
          <p:cNvSpPr txBox="1">
            <a:spLocks noGrp="1"/>
          </p:cNvSpPr>
          <p:nvPr>
            <p:ph type="title"/>
          </p:nvPr>
        </p:nvSpPr>
        <p:spPr>
          <a:xfrm>
            <a:off x="609600" y="1"/>
            <a:ext cx="109728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3629"/>
              </a:buClr>
              <a:buSzPts val="2800"/>
              <a:buFont typeface="Georgia"/>
              <a:buNone/>
              <a:defRPr sz="2800" b="1" i="0" u="none" strike="noStrike" cap="none">
                <a:solidFill>
                  <a:srgbClr val="4E3629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63"/>
          <p:cNvSpPr txBox="1">
            <a:spLocks noGrp="1"/>
          </p:cNvSpPr>
          <p:nvPr>
            <p:ph type="body" idx="1"/>
          </p:nvPr>
        </p:nvSpPr>
        <p:spPr>
          <a:xfrm>
            <a:off x="609599" y="1600201"/>
            <a:ext cx="109727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63"/>
          <p:cNvSpPr txBox="1"/>
          <p:nvPr/>
        </p:nvSpPr>
        <p:spPr>
          <a:xfrm>
            <a:off x="439450" y="6233375"/>
            <a:ext cx="388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63"/>
          <p:cNvSpPr txBox="1"/>
          <p:nvPr/>
        </p:nvSpPr>
        <p:spPr>
          <a:xfrm>
            <a:off x="933651" y="6233387"/>
            <a:ext cx="4394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HOSPITAL COST REPORTS – THE PRICE IS RIGHT?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9" r:id="rId5"/>
    <p:sldLayoutId id="2147483665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 txBox="1">
            <a:spLocks noGrp="1"/>
          </p:cNvSpPr>
          <p:nvPr>
            <p:ph type="ctrTitle"/>
          </p:nvPr>
        </p:nvSpPr>
        <p:spPr>
          <a:xfrm>
            <a:off x="1524000" y="5000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Georgia"/>
              <a:buNone/>
            </a:pPr>
            <a:r>
              <a:rPr lang="en-US" dirty="0"/>
              <a:t>The Price is Right? A deep dive into Hospital Cost Reports</a:t>
            </a:r>
            <a:endParaRPr dirty="0"/>
          </a:p>
        </p:txBody>
      </p:sp>
      <p:sp>
        <p:nvSpPr>
          <p:cNvPr id="123" name="Google Shape;123;p8"/>
          <p:cNvSpPr txBox="1">
            <a:spLocks noGrp="1"/>
          </p:cNvSpPr>
          <p:nvPr>
            <p:ph type="subTitle" idx="1"/>
          </p:nvPr>
        </p:nvSpPr>
        <p:spPr>
          <a:xfrm>
            <a:off x="1524000" y="3131200"/>
            <a:ext cx="9144000" cy="1402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b="1" dirty="0"/>
              <a:t>Matthew Maughan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1800" dirty="0"/>
              <a:t>PhD Student, Health Services Research</a:t>
            </a:r>
            <a:endParaRPr sz="1800" dirty="0"/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1800" dirty="0"/>
              <a:t>19 April 2026</a:t>
            </a:r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>
            <a:spLocks noGrp="1"/>
          </p:cNvSpPr>
          <p:nvPr>
            <p:ph type="ctrTitle"/>
          </p:nvPr>
        </p:nvSpPr>
        <p:spPr>
          <a:xfrm>
            <a:off x="609600" y="0"/>
            <a:ext cx="3657600" cy="6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1C24"/>
              </a:buClr>
              <a:buSzPts val="7200"/>
              <a:buFont typeface="Georgia"/>
              <a:buNone/>
            </a:pPr>
            <a:r>
              <a:rPr lang="en-US" sz="7200"/>
              <a:t>Agenda</a:t>
            </a:r>
            <a:endParaRPr/>
          </a:p>
        </p:txBody>
      </p:sp>
      <p:sp>
        <p:nvSpPr>
          <p:cNvPr id="129" name="Google Shape;129;p9"/>
          <p:cNvSpPr txBox="1">
            <a:spLocks noGrp="1"/>
          </p:cNvSpPr>
          <p:nvPr>
            <p:ph type="subTitle" idx="1"/>
          </p:nvPr>
        </p:nvSpPr>
        <p:spPr>
          <a:xfrm>
            <a:off x="5181600" y="457200"/>
            <a:ext cx="6400794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My research question and the search for a valid price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A background on the Hospital Cost Reports (HCRIS)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A tale of two pricing methods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A deep dive into the outliers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Takeaways and Next Steps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Some helpful hints on replication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 txBox="1">
            <a:spLocks noGrp="1"/>
          </p:cNvSpPr>
          <p:nvPr>
            <p:ph type="ctrTitle"/>
          </p:nvPr>
        </p:nvSpPr>
        <p:spPr>
          <a:xfrm>
            <a:off x="609600" y="1"/>
            <a:ext cx="10972800" cy="6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eorgia"/>
              <a:buNone/>
            </a:pPr>
            <a:r>
              <a:rPr lang="en-US" dirty="0"/>
              <a:t>The Research Question</a:t>
            </a:r>
            <a:br>
              <a:rPr lang="en-US" dirty="0"/>
            </a:b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"/>
          <p:cNvSpPr/>
          <p:nvPr/>
        </p:nvSpPr>
        <p:spPr>
          <a:xfrm>
            <a:off x="0" y="922875"/>
            <a:ext cx="12192000" cy="5174100"/>
          </a:xfrm>
          <a:prstGeom prst="rect">
            <a:avLst/>
          </a:prstGeom>
          <a:solidFill>
            <a:srgbClr val="F1EF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3"/>
          <p:cNvSpPr txBox="1">
            <a:spLocks noGrp="1"/>
          </p:cNvSpPr>
          <p:nvPr>
            <p:ph type="title"/>
          </p:nvPr>
        </p:nvSpPr>
        <p:spPr>
          <a:xfrm>
            <a:off x="609599" y="0"/>
            <a:ext cx="10972799" cy="88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3629"/>
              </a:buClr>
              <a:buSzPts val="2800"/>
              <a:buFont typeface="Georgia"/>
              <a:buNone/>
            </a:pPr>
            <a:r>
              <a:rPr lang="en-US" dirty="0"/>
              <a:t>The Maryland Model and its discontents</a:t>
            </a:r>
            <a:endParaRPr dirty="0"/>
          </a:p>
        </p:txBody>
      </p:sp>
      <p:graphicFrame>
        <p:nvGraphicFramePr>
          <p:cNvPr id="220" name="Google Shape;220;p13"/>
          <p:cNvGraphicFramePr/>
          <p:nvPr>
            <p:extLst>
              <p:ext uri="{D42A27DB-BD31-4B8C-83A1-F6EECF244321}">
                <p14:modId xmlns:p14="http://schemas.microsoft.com/office/powerpoint/2010/main" val="681843651"/>
              </p:ext>
            </p:extLst>
          </p:nvPr>
        </p:nvGraphicFramePr>
        <p:xfrm>
          <a:off x="669471" y="1232656"/>
          <a:ext cx="11364686" cy="1437072"/>
        </p:xfrm>
        <a:graphic>
          <a:graphicData uri="http://schemas.openxmlformats.org/drawingml/2006/table">
            <a:tbl>
              <a:tblPr firstRow="1" bandRow="1">
                <a:noFill/>
                <a:tableStyleId>{AC73453D-6A1D-4477-86F4-6F0D32C4DCE7}</a:tableStyleId>
              </a:tblPr>
              <a:tblGrid>
                <a:gridCol w="3482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2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707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context</a:t>
                      </a:r>
                      <a:endParaRPr sz="1400" u="none" strike="noStrike" cap="none" dirty="0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E3629">
                        <a:alpha val="2431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u="none" strike="noStrike" cap="none" dirty="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Maryland has operated a </a:t>
                      </a:r>
                      <a:r>
                        <a:rPr lang="en-US" sz="1800" b="1" u="none" strike="noStrike" cap="none" dirty="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unique reimbursement model </a:t>
                      </a:r>
                      <a:r>
                        <a:rPr lang="en-US" sz="1800" b="0" u="none" strike="noStrike" cap="none" dirty="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its hospitals since 1977</a:t>
                      </a: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u="none" strike="noStrike" cap="none" dirty="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model is controversial, particularly on its pricing for health services in both </a:t>
                      </a:r>
                      <a:r>
                        <a:rPr lang="en-US" sz="1800" b="1" u="none" strike="noStrike" cap="none" dirty="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Commercial</a:t>
                      </a:r>
                      <a:r>
                        <a:rPr lang="en-US" sz="1800" b="0" u="none" strike="noStrike" cap="none" dirty="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and </a:t>
                      </a:r>
                      <a:r>
                        <a:rPr lang="en-US" sz="1800" b="1" u="none" strike="noStrike" cap="none" dirty="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Medicare</a:t>
                      </a:r>
                      <a:r>
                        <a:rPr lang="en-US" sz="1800" b="0" u="none" strike="noStrike" cap="none" dirty="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segments</a:t>
                      </a:r>
                      <a:endParaRPr sz="1800" b="0" u="none" strike="noStrike" cap="none" dirty="0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57200" marR="4572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20;p13">
            <a:extLst>
              <a:ext uri="{FF2B5EF4-FFF2-40B4-BE49-F238E27FC236}">
                <a16:creationId xmlns:a16="http://schemas.microsoft.com/office/drawing/2014/main" id="{19B6885F-57C0-BE89-A927-E6D8BE2160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7717016"/>
              </p:ext>
            </p:extLst>
          </p:nvPr>
        </p:nvGraphicFramePr>
        <p:xfrm>
          <a:off x="669471" y="2815911"/>
          <a:ext cx="11364686" cy="1437072"/>
        </p:xfrm>
        <a:graphic>
          <a:graphicData uri="http://schemas.openxmlformats.org/drawingml/2006/table">
            <a:tbl>
              <a:tblPr firstRow="1" bandRow="1">
                <a:noFill/>
                <a:tableStyleId>{AC73453D-6A1D-4477-86F4-6F0D32C4DCE7}</a:tableStyleId>
              </a:tblPr>
              <a:tblGrid>
                <a:gridCol w="3482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2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707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research question</a:t>
                      </a:r>
                      <a:endParaRPr sz="1400" u="none" strike="noStrike" cap="none" dirty="0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E3629">
                        <a:alpha val="2431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u="none" strike="noStrike" cap="none" dirty="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How do </a:t>
                      </a:r>
                      <a:r>
                        <a:rPr lang="en-US" sz="1800" b="1" u="none" strike="noStrike" cap="none" dirty="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prices</a:t>
                      </a:r>
                      <a:r>
                        <a:rPr lang="en-US" sz="1800" b="0" u="none" strike="noStrike" cap="none" dirty="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for hospital services in Maryland </a:t>
                      </a:r>
                      <a:r>
                        <a:rPr lang="en-US" sz="1800" b="1" u="none" strike="noStrike" cap="none" dirty="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compare </a:t>
                      </a:r>
                      <a:r>
                        <a:rPr lang="en-US" sz="1800" b="0" u="none" strike="noStrike" cap="none" dirty="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 other states, all else equal?</a:t>
                      </a: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u="none" strike="noStrike" cap="none" dirty="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 else equal implies a </a:t>
                      </a:r>
                      <a:r>
                        <a:rPr lang="en-US" sz="1800" b="1" u="none" strike="noStrike" cap="none" dirty="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standardized bundle of services </a:t>
                      </a:r>
                      <a:r>
                        <a:rPr lang="en-US" sz="1800" b="0" u="none" strike="noStrike" cap="none" dirty="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 patient population. Parameters like quality etc. out of scope </a:t>
                      </a:r>
                      <a:endParaRPr sz="1800" b="0" u="none" strike="noStrike" cap="none" dirty="0">
                        <a:solidFill>
                          <a:schemeClr val="bg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57200" marR="4572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Google Shape;220;p13">
            <a:extLst>
              <a:ext uri="{FF2B5EF4-FFF2-40B4-BE49-F238E27FC236}">
                <a16:creationId xmlns:a16="http://schemas.microsoft.com/office/drawing/2014/main" id="{02FD8BE6-E722-7CB6-1728-8E4C16097A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2832039"/>
              </p:ext>
            </p:extLst>
          </p:nvPr>
        </p:nvGraphicFramePr>
        <p:xfrm>
          <a:off x="669471" y="4399167"/>
          <a:ext cx="11364686" cy="1437072"/>
        </p:xfrm>
        <a:graphic>
          <a:graphicData uri="http://schemas.openxmlformats.org/drawingml/2006/table">
            <a:tbl>
              <a:tblPr firstRow="1" bandRow="1">
                <a:noFill/>
                <a:tableStyleId>{AC73453D-6A1D-4477-86F4-6F0D32C4DCE7}</a:tableStyleId>
              </a:tblPr>
              <a:tblGrid>
                <a:gridCol w="3482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2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707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desired estimand</a:t>
                      </a:r>
                      <a:endParaRPr sz="1400" u="none" strike="noStrike" cap="none" dirty="0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E3629">
                        <a:alpha val="2431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u="none" strike="noStrike" cap="none" dirty="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Case-mix adjusted net reimbursement for discharge</a:t>
                      </a: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u="none" strike="noStrike" cap="none" dirty="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 ENGLISH: </a:t>
                      </a:r>
                      <a:r>
                        <a:rPr lang="en-US" sz="1800" b="1" u="none" strike="noStrike" cap="none" dirty="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price </a:t>
                      </a:r>
                      <a:r>
                        <a:rPr lang="en-US" sz="1800" b="0" u="none" strike="noStrike" cap="none" dirty="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each hospital </a:t>
                      </a:r>
                      <a:r>
                        <a:rPr lang="en-US" sz="1800" b="1" u="none" strike="noStrike" cap="none" dirty="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visit per payer type </a:t>
                      </a:r>
                      <a:r>
                        <a:rPr lang="en-US" sz="1800" b="0" u="none" strike="noStrike" cap="none" dirty="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</a:t>
                      </a:r>
                      <a:r>
                        <a:rPr lang="en-US" sz="1800" b="1" u="none" strike="noStrike" cap="none" dirty="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each state</a:t>
                      </a:r>
                      <a:r>
                        <a:rPr lang="en-US" sz="1800" b="0" u="none" strike="noStrike" cap="none" dirty="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that accounts for </a:t>
                      </a:r>
                      <a:r>
                        <a:rPr lang="en-US" sz="1800" b="1" u="none" strike="noStrike" cap="none" dirty="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different mix of services provided</a:t>
                      </a:r>
                      <a:endParaRPr lang="en-US" sz="1800" b="0" u="none" strike="noStrike" cap="none" dirty="0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57200" marR="4572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35EC6C5F-5915-8682-6C85-DF6E4583AB84}"/>
              </a:ext>
            </a:extLst>
          </p:cNvPr>
          <p:cNvCxnSpPr>
            <a:cxnSpLocks/>
          </p:cNvCxnSpPr>
          <p:nvPr/>
        </p:nvCxnSpPr>
        <p:spPr>
          <a:xfrm rot="16200000" flipV="1">
            <a:off x="8846004" y="3041197"/>
            <a:ext cx="2604407" cy="1583872"/>
          </a:xfrm>
          <a:prstGeom prst="bentConnector3">
            <a:avLst>
              <a:gd name="adj1" fmla="val 9326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de983e6966_2_0"/>
          <p:cNvSpPr/>
          <p:nvPr/>
        </p:nvSpPr>
        <p:spPr>
          <a:xfrm>
            <a:off x="609599" y="1252728"/>
            <a:ext cx="5376300" cy="2176200"/>
          </a:xfrm>
          <a:prstGeom prst="rect">
            <a:avLst/>
          </a:prstGeom>
          <a:solidFill>
            <a:srgbClr val="59CBE8"/>
          </a:solidFill>
          <a:ln>
            <a:noFill/>
          </a:ln>
          <a:effectLst>
            <a:outerShdw blurRad="63500" dist="25400" dir="2700000" algn="tl" rotWithShape="0">
              <a:srgbClr val="000000">
                <a:alpha val="24310"/>
              </a:srgbClr>
            </a:outerShdw>
          </a:effectLst>
        </p:spPr>
        <p:txBody>
          <a:bodyPr spcFirstLastPara="1" wrap="square" lIns="0" tIns="45700" rIns="91425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True Prices at Service Level are Opaque </a:t>
            </a:r>
            <a:endParaRPr lang="en-US" sz="2800" dirty="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n-US" sz="1200" b="1" dirty="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1" name="Google Shape;231;g2de983e6966_2_0"/>
          <p:cNvSpPr/>
          <p:nvPr/>
        </p:nvSpPr>
        <p:spPr>
          <a:xfrm>
            <a:off x="6206068" y="1252728"/>
            <a:ext cx="5376300" cy="2176200"/>
          </a:xfrm>
          <a:prstGeom prst="rect">
            <a:avLst/>
          </a:prstGeom>
          <a:solidFill>
            <a:srgbClr val="00B398"/>
          </a:solidFill>
          <a:ln>
            <a:noFill/>
          </a:ln>
          <a:effectLst>
            <a:outerShdw blurRad="63500" dist="25400" dir="2700000" algn="tl" rotWithShape="0">
              <a:srgbClr val="000000">
                <a:alpha val="2431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Transparency is Particularly bad in Maryland</a:t>
            </a:r>
            <a:endParaRPr sz="2800" b="0" i="0" u="none" strike="noStrike" cap="none" dirty="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2" name="Google Shape;232;g2de983e6966_2_0"/>
          <p:cNvSpPr/>
          <p:nvPr/>
        </p:nvSpPr>
        <p:spPr>
          <a:xfrm>
            <a:off x="609599" y="3661154"/>
            <a:ext cx="5376300" cy="2176200"/>
          </a:xfrm>
          <a:prstGeom prst="rect">
            <a:avLst/>
          </a:prstGeom>
          <a:solidFill>
            <a:srgbClr val="003C71"/>
          </a:solidFill>
          <a:ln>
            <a:noFill/>
          </a:ln>
          <a:effectLst>
            <a:outerShdw blurRad="63500" dist="25400" dir="2700000" algn="tl" rotWithShape="0">
              <a:srgbClr val="000000">
                <a:alpha val="24310"/>
              </a:srgbClr>
            </a:outerShdw>
          </a:effectLst>
        </p:spPr>
        <p:txBody>
          <a:bodyPr spcFirstLastPara="1" wrap="square" lIns="0" tIns="45700" rIns="91425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Commercial </a:t>
            </a:r>
            <a:r>
              <a:rPr lang="en-US" sz="2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info is fragmented and our reporting systems are built for Medicare</a:t>
            </a:r>
            <a:endParaRPr sz="2800" b="0" i="0" u="none" strike="noStrike" cap="none" dirty="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3" name="Google Shape;233;g2de983e6966_2_0"/>
          <p:cNvSpPr/>
          <p:nvPr/>
        </p:nvSpPr>
        <p:spPr>
          <a:xfrm>
            <a:off x="6206068" y="3661154"/>
            <a:ext cx="5376300" cy="2176200"/>
          </a:xfrm>
          <a:prstGeom prst="rect">
            <a:avLst/>
          </a:prstGeom>
          <a:solidFill>
            <a:srgbClr val="B7B09C"/>
          </a:solidFill>
          <a:ln>
            <a:noFill/>
          </a:ln>
          <a:effectLst>
            <a:outerShdw blurRad="63500" dist="25400" dir="2700000" algn="tl" rotWithShape="0">
              <a:srgbClr val="000000">
                <a:alpha val="24310"/>
              </a:srgbClr>
            </a:outerShdw>
          </a:effectLst>
        </p:spPr>
        <p:txBody>
          <a:bodyPr spcFirstLastPara="1" wrap="square" lIns="0" tIns="45700" rIns="91425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A “visit” is hard to define</a:t>
            </a:r>
            <a:endParaRPr sz="2800" b="0" i="0" u="none" strike="noStrike" cap="none" dirty="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4" name="Google Shape;234;g2de983e6966_2_0"/>
          <p:cNvSpPr txBox="1">
            <a:spLocks noGrp="1"/>
          </p:cNvSpPr>
          <p:nvPr>
            <p:ph type="title"/>
          </p:nvPr>
        </p:nvSpPr>
        <p:spPr>
          <a:xfrm>
            <a:off x="609600" y="1"/>
            <a:ext cx="109728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3629"/>
              </a:buClr>
              <a:buSzPts val="2800"/>
              <a:buFont typeface="Georgia"/>
              <a:buNone/>
            </a:pPr>
            <a:r>
              <a:rPr lang="en-US" dirty="0"/>
              <a:t>A price seems simple enough – what are the barriers?</a:t>
            </a:r>
            <a:endParaRPr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07EA0DA-75FF-6A8C-7200-F577798930B4}"/>
              </a:ext>
            </a:extLst>
          </p:cNvPr>
          <p:cNvSpPr/>
          <p:nvPr/>
        </p:nvSpPr>
        <p:spPr>
          <a:xfrm>
            <a:off x="467977" y="1065093"/>
            <a:ext cx="457200" cy="4572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50E9202-A9D8-9AC8-B81A-952064649210}"/>
              </a:ext>
            </a:extLst>
          </p:cNvPr>
          <p:cNvSpPr/>
          <p:nvPr/>
        </p:nvSpPr>
        <p:spPr>
          <a:xfrm>
            <a:off x="6101722" y="1024128"/>
            <a:ext cx="457200" cy="45720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085DDD9-06CB-7E53-CF1E-6544FFEB018F}"/>
              </a:ext>
            </a:extLst>
          </p:cNvPr>
          <p:cNvSpPr/>
          <p:nvPr/>
        </p:nvSpPr>
        <p:spPr>
          <a:xfrm>
            <a:off x="467977" y="3474648"/>
            <a:ext cx="457200" cy="4572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E9EFB57-BE82-ECC2-74F3-5FA3C49819AB}"/>
              </a:ext>
            </a:extLst>
          </p:cNvPr>
          <p:cNvSpPr/>
          <p:nvPr/>
        </p:nvSpPr>
        <p:spPr>
          <a:xfrm>
            <a:off x="6096000" y="3474648"/>
            <a:ext cx="457200" cy="4572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>
          <a:extLst>
            <a:ext uri="{FF2B5EF4-FFF2-40B4-BE49-F238E27FC236}">
              <a16:creationId xmlns:a16="http://schemas.microsoft.com/office/drawing/2014/main" id="{7648D682-7716-4BB4-982D-EBBD3BCA4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>
            <a:extLst>
              <a:ext uri="{FF2B5EF4-FFF2-40B4-BE49-F238E27FC236}">
                <a16:creationId xmlns:a16="http://schemas.microsoft.com/office/drawing/2014/main" id="{128C8A5D-52CA-B180-C766-B2D3BE270CA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09600" y="1"/>
            <a:ext cx="10972800" cy="6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eorgia"/>
              <a:buNone/>
            </a:pPr>
            <a:r>
              <a:rPr lang="en-US" dirty="0"/>
              <a:t>The Data</a:t>
            </a:r>
            <a:br>
              <a:rPr lang="en-US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3452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553BB-918E-90A9-1D4C-D01F055A3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 Hospital Cost Reports (HCRIS)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0C9645-E13F-733E-855F-433DEADB5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The center for Medicare and Medicaid Services (CMS) requires reporting of certain revenue, cost and utilization volume information for hospitals.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This information is pretty raw – multiple data aggregators to include the RAND corporation (CRO) and NASHP (National Academy of State Health Policy) both publish cleaned, aggregated, and processed versions of these cost reports. 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US" dirty="0"/>
              <a:t>Often supplemented with other data NOT publicly available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US" dirty="0"/>
              <a:t>Useful variables are calculated from raw values, but different aggregators differ on which variables and how and are not always perfectly transparent </a:t>
            </a:r>
          </a:p>
        </p:txBody>
      </p:sp>
    </p:spTree>
    <p:extLst>
      <p:ext uri="{BB962C8B-B14F-4D97-AF65-F5344CB8AC3E}">
        <p14:creationId xmlns:p14="http://schemas.microsoft.com/office/powerpoint/2010/main" val="3113733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5E82F-665E-0D84-DB24-5D7CBDD52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useful schematic + what it reveals about data limitations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C4500C-C975-DB0B-56A7-6B796EC2E174}"/>
              </a:ext>
            </a:extLst>
          </p:cNvPr>
          <p:cNvSpPr/>
          <p:nvPr/>
        </p:nvSpPr>
        <p:spPr>
          <a:xfrm>
            <a:off x="5492496" y="1197940"/>
            <a:ext cx="1975104" cy="13559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NASHP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A09E7B-5649-88CC-2364-0BA41659B884}"/>
              </a:ext>
            </a:extLst>
          </p:cNvPr>
          <p:cNvSpPr/>
          <p:nvPr/>
        </p:nvSpPr>
        <p:spPr>
          <a:xfrm>
            <a:off x="5492496" y="3867912"/>
            <a:ext cx="1975104" cy="145237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FD0981-0F03-BEEC-430F-F60ACD28E78D}"/>
              </a:ext>
            </a:extLst>
          </p:cNvPr>
          <p:cNvSpPr/>
          <p:nvPr/>
        </p:nvSpPr>
        <p:spPr>
          <a:xfrm>
            <a:off x="8909616" y="2615184"/>
            <a:ext cx="1426464" cy="125272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My analytical dataset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4076D2-BF35-6116-058B-88C0D19FF3C8}"/>
              </a:ext>
            </a:extLst>
          </p:cNvPr>
          <p:cNvSpPr/>
          <p:nvPr/>
        </p:nvSpPr>
        <p:spPr>
          <a:xfrm>
            <a:off x="609600" y="2106311"/>
            <a:ext cx="2054352" cy="22311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Hospital Cost Reports</a:t>
            </a:r>
          </a:p>
        </p:txBody>
      </p:sp>
      <p:pic>
        <p:nvPicPr>
          <p:cNvPr id="10" name="Graphic 9" descr="Document with solid fill">
            <a:extLst>
              <a:ext uri="{FF2B5EF4-FFF2-40B4-BE49-F238E27FC236}">
                <a16:creationId xmlns:a16="http://schemas.microsoft.com/office/drawing/2014/main" id="{26E17BBE-892A-8736-4D66-E804DB4D1D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1752" y="2038199"/>
            <a:ext cx="731520" cy="731520"/>
          </a:xfrm>
          <a:prstGeom prst="rect">
            <a:avLst/>
          </a:prstGeom>
        </p:spPr>
      </p:pic>
      <p:pic>
        <p:nvPicPr>
          <p:cNvPr id="11" name="Graphic 10" descr="Document with solid fill">
            <a:extLst>
              <a:ext uri="{FF2B5EF4-FFF2-40B4-BE49-F238E27FC236}">
                <a16:creationId xmlns:a16="http://schemas.microsoft.com/office/drawing/2014/main" id="{84AC71E3-4098-A424-5573-94148DFDFF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37555" y="2183322"/>
            <a:ext cx="731520" cy="731520"/>
          </a:xfrm>
          <a:prstGeom prst="rect">
            <a:avLst/>
          </a:prstGeom>
        </p:spPr>
      </p:pic>
      <p:pic>
        <p:nvPicPr>
          <p:cNvPr id="12" name="Graphic 11" descr="Document with solid fill">
            <a:extLst>
              <a:ext uri="{FF2B5EF4-FFF2-40B4-BE49-F238E27FC236}">
                <a16:creationId xmlns:a16="http://schemas.microsoft.com/office/drawing/2014/main" id="{35AB16C4-975F-871F-C75F-4E87D2805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759" y="2232660"/>
            <a:ext cx="731520" cy="731520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E7C58984-429A-9296-AD27-F93598E70FBC}"/>
              </a:ext>
            </a:extLst>
          </p:cNvPr>
          <p:cNvSpPr/>
          <p:nvPr/>
        </p:nvSpPr>
        <p:spPr>
          <a:xfrm>
            <a:off x="10908792" y="945453"/>
            <a:ext cx="731520" cy="7315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53CDCAB-58B2-9EA1-9C37-198042626186}"/>
              </a:ext>
            </a:extLst>
          </p:cNvPr>
          <p:cNvSpPr/>
          <p:nvPr/>
        </p:nvSpPr>
        <p:spPr>
          <a:xfrm>
            <a:off x="10896600" y="1737933"/>
            <a:ext cx="731520" cy="73152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7FD732F-7D6E-D2DA-4496-8575AC096661}"/>
              </a:ext>
            </a:extLst>
          </p:cNvPr>
          <p:cNvSpPr/>
          <p:nvPr/>
        </p:nvSpPr>
        <p:spPr>
          <a:xfrm>
            <a:off x="10902696" y="2539557"/>
            <a:ext cx="731520" cy="7315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EE2290-139F-AA46-CC3D-954FDBD83033}"/>
              </a:ext>
            </a:extLst>
          </p:cNvPr>
          <p:cNvSpPr txBox="1"/>
          <p:nvPr/>
        </p:nvSpPr>
        <p:spPr>
          <a:xfrm>
            <a:off x="10872850" y="1141893"/>
            <a:ext cx="8531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PUBLIC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01BF9D-1EFB-DD5F-86F9-930675AED7FA}"/>
              </a:ext>
            </a:extLst>
          </p:cNvPr>
          <p:cNvSpPr txBox="1"/>
          <p:nvPr/>
        </p:nvSpPr>
        <p:spPr>
          <a:xfrm>
            <a:off x="10872849" y="1829979"/>
            <a:ext cx="853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SEMI</a:t>
            </a:r>
          </a:p>
          <a:p>
            <a:r>
              <a:rPr lang="en-US" b="1" dirty="0">
                <a:solidFill>
                  <a:schemeClr val="bg1"/>
                </a:solidFill>
              </a:rPr>
              <a:t>PUBLIC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EED06A-473D-B263-3BC7-7C6F250C085D}"/>
              </a:ext>
            </a:extLst>
          </p:cNvPr>
          <p:cNvSpPr txBox="1"/>
          <p:nvPr/>
        </p:nvSpPr>
        <p:spPr>
          <a:xfrm>
            <a:off x="10792689" y="2763050"/>
            <a:ext cx="9637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PRIVATE</a:t>
            </a:r>
          </a:p>
        </p:txBody>
      </p:sp>
      <p:pic>
        <p:nvPicPr>
          <p:cNvPr id="22" name="Graphic 21" descr="Document with solid fill">
            <a:extLst>
              <a:ext uri="{FF2B5EF4-FFF2-40B4-BE49-F238E27FC236}">
                <a16:creationId xmlns:a16="http://schemas.microsoft.com/office/drawing/2014/main" id="{28A6204A-9AF2-499E-D4DC-835E4283D7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77256" y="2038199"/>
            <a:ext cx="731520" cy="731520"/>
          </a:xfrm>
          <a:prstGeom prst="rect">
            <a:avLst/>
          </a:prstGeom>
        </p:spPr>
      </p:pic>
      <p:pic>
        <p:nvPicPr>
          <p:cNvPr id="23" name="Graphic 22" descr="Document with solid fill">
            <a:extLst>
              <a:ext uri="{FF2B5EF4-FFF2-40B4-BE49-F238E27FC236}">
                <a16:creationId xmlns:a16="http://schemas.microsoft.com/office/drawing/2014/main" id="{F93AA129-B9FA-D544-4725-7F14EE9668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416" y="3507335"/>
            <a:ext cx="731520" cy="731520"/>
          </a:xfrm>
          <a:prstGeom prst="rect">
            <a:avLst/>
          </a:prstGeom>
        </p:spPr>
      </p:pic>
      <p:pic>
        <p:nvPicPr>
          <p:cNvPr id="24" name="Graphic 23" descr="Document with solid fill">
            <a:extLst>
              <a:ext uri="{FF2B5EF4-FFF2-40B4-BE49-F238E27FC236}">
                <a16:creationId xmlns:a16="http://schemas.microsoft.com/office/drawing/2014/main" id="{FFC8C5F8-FB22-1105-0245-4BC32F62F4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16219" y="3652458"/>
            <a:ext cx="731520" cy="731520"/>
          </a:xfrm>
          <a:prstGeom prst="rect">
            <a:avLst/>
          </a:prstGeom>
        </p:spPr>
      </p:pic>
      <p:pic>
        <p:nvPicPr>
          <p:cNvPr id="25" name="Graphic 24" descr="Document with solid fill">
            <a:extLst>
              <a:ext uri="{FF2B5EF4-FFF2-40B4-BE49-F238E27FC236}">
                <a16:creationId xmlns:a16="http://schemas.microsoft.com/office/drawing/2014/main" id="{863B423E-5069-B618-549E-A30821A78D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0423" y="3701796"/>
            <a:ext cx="731520" cy="731520"/>
          </a:xfrm>
          <a:prstGeom prst="rect">
            <a:avLst/>
          </a:prstGeom>
        </p:spPr>
      </p:pic>
      <p:pic>
        <p:nvPicPr>
          <p:cNvPr id="26" name="Graphic 25" descr="Document with solid fill">
            <a:extLst>
              <a:ext uri="{FF2B5EF4-FFF2-40B4-BE49-F238E27FC236}">
                <a16:creationId xmlns:a16="http://schemas.microsoft.com/office/drawing/2014/main" id="{D56DD31E-11AE-1685-84F6-4CC9DF80E0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55920" y="3507335"/>
            <a:ext cx="731520" cy="731520"/>
          </a:xfrm>
          <a:prstGeom prst="rect">
            <a:avLst/>
          </a:prstGeom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id="{FC5AE57C-808A-9232-03E3-0A2AD48713D5}"/>
              </a:ext>
            </a:extLst>
          </p:cNvPr>
          <p:cNvSpPr/>
          <p:nvPr/>
        </p:nvSpPr>
        <p:spPr>
          <a:xfrm>
            <a:off x="388653" y="3149014"/>
            <a:ext cx="274320" cy="27432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DC5CC21-A5C4-3C51-C00B-EC1E9CC9E748}"/>
              </a:ext>
            </a:extLst>
          </p:cNvPr>
          <p:cNvSpPr/>
          <p:nvPr/>
        </p:nvSpPr>
        <p:spPr>
          <a:xfrm>
            <a:off x="10792689" y="876301"/>
            <a:ext cx="1010658" cy="26310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C10CD0-2D2B-F6C9-DE52-931C381269A6}"/>
              </a:ext>
            </a:extLst>
          </p:cNvPr>
          <p:cNvSpPr/>
          <p:nvPr/>
        </p:nvSpPr>
        <p:spPr>
          <a:xfrm>
            <a:off x="3279648" y="1065012"/>
            <a:ext cx="1447800" cy="7649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Audited Financial Statements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86C1DB4-9C4D-A896-9810-333D434A004D}"/>
              </a:ext>
            </a:extLst>
          </p:cNvPr>
          <p:cNvSpPr/>
          <p:nvPr/>
        </p:nvSpPr>
        <p:spPr>
          <a:xfrm>
            <a:off x="3307981" y="2093329"/>
            <a:ext cx="1426464" cy="8215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EMMA </a:t>
            </a:r>
          </a:p>
          <a:p>
            <a:pPr algn="ctr"/>
            <a:r>
              <a:rPr lang="en-US" dirty="0"/>
              <a:t>NFP hospitals w/ municipal bond debt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DC99621-EFB1-69CA-CB0F-807724675FD8}"/>
              </a:ext>
            </a:extLst>
          </p:cNvPr>
          <p:cNvSpPr/>
          <p:nvPr/>
        </p:nvSpPr>
        <p:spPr>
          <a:xfrm>
            <a:off x="3311406" y="3178192"/>
            <a:ext cx="1447800" cy="7649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Edgar </a:t>
            </a:r>
          </a:p>
          <a:p>
            <a:pPr algn="ctr"/>
            <a:r>
              <a:rPr lang="en-US" dirty="0"/>
              <a:t>For profit hospitals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4AF830B-4C35-4174-91F0-E46BBA3C4AC8}"/>
              </a:ext>
            </a:extLst>
          </p:cNvPr>
          <p:cNvSpPr/>
          <p:nvPr/>
        </p:nvSpPr>
        <p:spPr>
          <a:xfrm>
            <a:off x="4223750" y="965687"/>
            <a:ext cx="274320" cy="2743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DFA9239-C73E-DA73-59CA-4777427D1BF4}"/>
              </a:ext>
            </a:extLst>
          </p:cNvPr>
          <p:cNvSpPr/>
          <p:nvPr/>
        </p:nvSpPr>
        <p:spPr>
          <a:xfrm>
            <a:off x="3311406" y="4206509"/>
            <a:ext cx="1447800" cy="7649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IRS form 990 </a:t>
            </a:r>
          </a:p>
          <a:p>
            <a:pPr algn="ctr"/>
            <a:r>
              <a:rPr lang="en-US" dirty="0"/>
              <a:t>Pro Publica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0D6A179-E852-FDC0-FB3A-BE658A808310}"/>
              </a:ext>
            </a:extLst>
          </p:cNvPr>
          <p:cNvSpPr/>
          <p:nvPr/>
        </p:nvSpPr>
        <p:spPr>
          <a:xfrm>
            <a:off x="4534646" y="2016792"/>
            <a:ext cx="274320" cy="27432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68F30C0-F92D-100A-E485-299CBDCE0AA6}"/>
              </a:ext>
            </a:extLst>
          </p:cNvPr>
          <p:cNvSpPr/>
          <p:nvPr/>
        </p:nvSpPr>
        <p:spPr>
          <a:xfrm>
            <a:off x="4534646" y="3089376"/>
            <a:ext cx="274320" cy="27432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FE7764E-E641-72BD-444D-9007361CDC28}"/>
              </a:ext>
            </a:extLst>
          </p:cNvPr>
          <p:cNvSpPr/>
          <p:nvPr/>
        </p:nvSpPr>
        <p:spPr>
          <a:xfrm>
            <a:off x="4547837" y="4101695"/>
            <a:ext cx="274320" cy="27432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42A0950-FF83-7CF3-9CCB-20C470C1A0D9}"/>
              </a:ext>
            </a:extLst>
          </p:cNvPr>
          <p:cNvSpPr/>
          <p:nvPr/>
        </p:nvSpPr>
        <p:spPr>
          <a:xfrm>
            <a:off x="3356638" y="5234826"/>
            <a:ext cx="1329149" cy="661456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Commercial Claims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00D6482-2822-5AA7-BB0B-6A6C75F25E74}"/>
              </a:ext>
            </a:extLst>
          </p:cNvPr>
          <p:cNvSpPr/>
          <p:nvPr/>
        </p:nvSpPr>
        <p:spPr>
          <a:xfrm>
            <a:off x="4490204" y="5119581"/>
            <a:ext cx="274320" cy="2743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/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6BB9FBE5-1645-BF96-6930-99D46DA3FE91}"/>
              </a:ext>
            </a:extLst>
          </p:cNvPr>
          <p:cNvCxnSpPr>
            <a:cxnSpLocks/>
            <a:endCxn id="29" idx="1"/>
          </p:cNvCxnSpPr>
          <p:nvPr/>
        </p:nvCxnSpPr>
        <p:spPr>
          <a:xfrm rot="5400000" flipH="1" flipV="1">
            <a:off x="2014441" y="2097007"/>
            <a:ext cx="1914718" cy="61569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A3D0533C-4340-ECA7-F268-11CB0F3964D9}"/>
              </a:ext>
            </a:extLst>
          </p:cNvPr>
          <p:cNvCxnSpPr>
            <a:cxnSpLocks/>
            <a:stCxn id="7" idx="3"/>
            <a:endCxn id="30" idx="1"/>
          </p:cNvCxnSpPr>
          <p:nvPr/>
        </p:nvCxnSpPr>
        <p:spPr>
          <a:xfrm flipV="1">
            <a:off x="2663952" y="2504086"/>
            <a:ext cx="644029" cy="71779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992AEB69-4ADB-22B9-B550-0D57E6F9E209}"/>
              </a:ext>
            </a:extLst>
          </p:cNvPr>
          <p:cNvCxnSpPr>
            <a:cxnSpLocks/>
            <a:stCxn id="7" idx="3"/>
            <a:endCxn id="31" idx="1"/>
          </p:cNvCxnSpPr>
          <p:nvPr/>
        </p:nvCxnSpPr>
        <p:spPr>
          <a:xfrm>
            <a:off x="2663952" y="3221879"/>
            <a:ext cx="647454" cy="3387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03AD4B32-FEE7-5E9E-810F-A2DF688F2832}"/>
              </a:ext>
            </a:extLst>
          </p:cNvPr>
          <p:cNvCxnSpPr>
            <a:cxnSpLocks/>
            <a:stCxn id="7" idx="3"/>
            <a:endCxn id="33" idx="1"/>
          </p:cNvCxnSpPr>
          <p:nvPr/>
        </p:nvCxnSpPr>
        <p:spPr>
          <a:xfrm>
            <a:off x="2663952" y="3221879"/>
            <a:ext cx="647454" cy="13671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AF0C452C-D85A-E5E8-80D0-7E12FE7EB3CA}"/>
              </a:ext>
            </a:extLst>
          </p:cNvPr>
          <p:cNvCxnSpPr>
            <a:cxnSpLocks/>
            <a:stCxn id="7" idx="3"/>
            <a:endCxn id="37" idx="1"/>
          </p:cNvCxnSpPr>
          <p:nvPr/>
        </p:nvCxnSpPr>
        <p:spPr>
          <a:xfrm>
            <a:off x="2663952" y="3221879"/>
            <a:ext cx="692686" cy="23436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AA7A7210-B76B-664E-EFB4-F2EDB993E9A2}"/>
              </a:ext>
            </a:extLst>
          </p:cNvPr>
          <p:cNvCxnSpPr>
            <a:cxnSpLocks/>
            <a:stCxn id="37" idx="3"/>
            <a:endCxn id="5" idx="1"/>
          </p:cNvCxnSpPr>
          <p:nvPr/>
        </p:nvCxnSpPr>
        <p:spPr>
          <a:xfrm flipV="1">
            <a:off x="4685787" y="4594098"/>
            <a:ext cx="806709" cy="9714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CF6D0BA2-CC0B-6DC3-778D-16E24C4057CF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rot="5400000" flipH="1" flipV="1">
            <a:off x="5823052" y="3210916"/>
            <a:ext cx="1313993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ight Brace 72">
            <a:extLst>
              <a:ext uri="{FF2B5EF4-FFF2-40B4-BE49-F238E27FC236}">
                <a16:creationId xmlns:a16="http://schemas.microsoft.com/office/drawing/2014/main" id="{374339AB-E9BD-7141-AE41-E691FC1AEBB7}"/>
              </a:ext>
            </a:extLst>
          </p:cNvPr>
          <p:cNvSpPr/>
          <p:nvPr/>
        </p:nvSpPr>
        <p:spPr>
          <a:xfrm>
            <a:off x="4814605" y="1283302"/>
            <a:ext cx="387838" cy="314087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8EFC943-5CFC-7BEE-5798-F5FD0177F94E}"/>
              </a:ext>
            </a:extLst>
          </p:cNvPr>
          <p:cNvCxnSpPr>
            <a:cxnSpLocks/>
            <a:stCxn id="73" idx="1"/>
            <a:endCxn id="4" idx="1"/>
          </p:cNvCxnSpPr>
          <p:nvPr/>
        </p:nvCxnSpPr>
        <p:spPr>
          <a:xfrm flipV="1">
            <a:off x="5202443" y="1875930"/>
            <a:ext cx="290053" cy="977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B6C815FA-1585-38AF-0107-22FF5C310EB0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7537893" y="1829979"/>
            <a:ext cx="2084955" cy="785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28DAC217-E4FD-C801-FC0E-B8F6CEF95EDA}"/>
              </a:ext>
            </a:extLst>
          </p:cNvPr>
          <p:cNvCxnSpPr>
            <a:cxnSpLocks/>
            <a:stCxn id="5" idx="3"/>
            <a:endCxn id="6" idx="2"/>
          </p:cNvCxnSpPr>
          <p:nvPr/>
        </p:nvCxnSpPr>
        <p:spPr>
          <a:xfrm flipV="1">
            <a:off x="7467600" y="3867912"/>
            <a:ext cx="2155248" cy="7261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0818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04400-8AC1-5F9C-C971-CB835F546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Files in Relational Database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5E3F56D-02AC-2EA7-BEE4-25A7ABAD13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9851672"/>
              </p:ext>
            </p:extLst>
          </p:nvPr>
        </p:nvGraphicFramePr>
        <p:xfrm>
          <a:off x="934496" y="1232132"/>
          <a:ext cx="10647904" cy="4093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E0A43209-10A6-AD39-FFD5-14DE0491A2DD}"/>
              </a:ext>
            </a:extLst>
          </p:cNvPr>
          <p:cNvSpPr/>
          <p:nvPr/>
        </p:nvSpPr>
        <p:spPr>
          <a:xfrm>
            <a:off x="3768132" y="279424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47370E8-E29F-56E9-6E12-B5D494A35D94}"/>
              </a:ext>
            </a:extLst>
          </p:cNvPr>
          <p:cNvSpPr/>
          <p:nvPr/>
        </p:nvSpPr>
        <p:spPr>
          <a:xfrm rot="10800000">
            <a:off x="7580176" y="279424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35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30553-C47E-6ED2-2C25-E32D336A9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Worksheet values have a taxonomy corresponding to normalized database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234898-5E52-A789-B539-1850E8AAE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289" y="1238459"/>
            <a:ext cx="5182323" cy="10955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A1641A2-AEEB-6BB2-9D15-935019B20A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3357"/>
          <a:stretch>
            <a:fillRect/>
          </a:stretch>
        </p:blipFill>
        <p:spPr>
          <a:xfrm>
            <a:off x="188645" y="2124065"/>
            <a:ext cx="11814709" cy="26790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795D249-8FA3-2907-F23F-515BFE69F51E}"/>
              </a:ext>
            </a:extLst>
          </p:cNvPr>
          <p:cNvSpPr/>
          <p:nvPr/>
        </p:nvSpPr>
        <p:spPr>
          <a:xfrm>
            <a:off x="4963885" y="1607735"/>
            <a:ext cx="562707" cy="2009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90B743-AE49-E95E-FE1B-4CD7D1A03362}"/>
              </a:ext>
            </a:extLst>
          </p:cNvPr>
          <p:cNvSpPr/>
          <p:nvPr/>
        </p:nvSpPr>
        <p:spPr>
          <a:xfrm>
            <a:off x="5466300" y="1607734"/>
            <a:ext cx="321551" cy="2009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45FADE-7E9B-4513-B793-9D8A03584061}"/>
              </a:ext>
            </a:extLst>
          </p:cNvPr>
          <p:cNvSpPr/>
          <p:nvPr/>
        </p:nvSpPr>
        <p:spPr>
          <a:xfrm>
            <a:off x="5787852" y="1607734"/>
            <a:ext cx="468924" cy="2009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16BA41F6-8E87-97F6-0B2C-7C210EE1B3FB}"/>
              </a:ext>
            </a:extLst>
          </p:cNvPr>
          <p:cNvCxnSpPr>
            <a:cxnSpLocks/>
            <a:stCxn id="16" idx="2"/>
            <a:endCxn id="24" idx="0"/>
          </p:cNvCxnSpPr>
          <p:nvPr/>
        </p:nvCxnSpPr>
        <p:spPr>
          <a:xfrm rot="16200000" flipH="1">
            <a:off x="7537938" y="-483997"/>
            <a:ext cx="904353" cy="5489750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8C2B2715-DBF9-019A-9FB9-C86E4CE58B9C}"/>
              </a:ext>
            </a:extLst>
          </p:cNvPr>
          <p:cNvSpPr/>
          <p:nvPr/>
        </p:nvSpPr>
        <p:spPr>
          <a:xfrm>
            <a:off x="10279464" y="2713055"/>
            <a:ext cx="911049" cy="2780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7C6DF5FF-44DD-4BB7-8E4F-18FE00492451}"/>
              </a:ext>
            </a:extLst>
          </p:cNvPr>
          <p:cNvCxnSpPr>
            <a:cxnSpLocks/>
            <a:stCxn id="17" idx="2"/>
            <a:endCxn id="30" idx="0"/>
          </p:cNvCxnSpPr>
          <p:nvPr/>
        </p:nvCxnSpPr>
        <p:spPr>
          <a:xfrm rot="5400000">
            <a:off x="2508696" y="587869"/>
            <a:ext cx="1897549" cy="4339213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66F14A6C-D78A-11FA-ACBB-23F03579D78C}"/>
              </a:ext>
            </a:extLst>
          </p:cNvPr>
          <p:cNvSpPr/>
          <p:nvPr/>
        </p:nvSpPr>
        <p:spPr>
          <a:xfrm>
            <a:off x="1127087" y="3706250"/>
            <a:ext cx="321551" cy="2009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AE69BF75-03D6-27D1-8D54-BD795E9C1E10}"/>
              </a:ext>
            </a:extLst>
          </p:cNvPr>
          <p:cNvCxnSpPr>
            <a:cxnSpLocks/>
            <a:stCxn id="18" idx="2"/>
            <a:endCxn id="35" idx="0"/>
          </p:cNvCxnSpPr>
          <p:nvPr/>
        </p:nvCxnSpPr>
        <p:spPr>
          <a:xfrm rot="16200000" flipH="1">
            <a:off x="5255849" y="2575166"/>
            <a:ext cx="1535441" cy="2510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E7CDCD43-7376-9EA5-6A73-553041BBA8CA}"/>
              </a:ext>
            </a:extLst>
          </p:cNvPr>
          <p:cNvSpPr/>
          <p:nvPr/>
        </p:nvSpPr>
        <p:spPr>
          <a:xfrm>
            <a:off x="5787851" y="3344142"/>
            <a:ext cx="473945" cy="3130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FBEC8B-E80C-C750-E401-996BFA3F0AD6}"/>
              </a:ext>
            </a:extLst>
          </p:cNvPr>
          <p:cNvSpPr txBox="1"/>
          <p:nvPr/>
        </p:nvSpPr>
        <p:spPr>
          <a:xfrm>
            <a:off x="5582129" y="3717914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2973846</a:t>
            </a:r>
          </a:p>
        </p:txBody>
      </p:sp>
    </p:spTree>
    <p:extLst>
      <p:ext uri="{BB962C8B-B14F-4D97-AF65-F5344CB8AC3E}">
        <p14:creationId xmlns:p14="http://schemas.microsoft.com/office/powerpoint/2010/main" val="1793856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>
          <a:extLst>
            <a:ext uri="{FF2B5EF4-FFF2-40B4-BE49-F238E27FC236}">
              <a16:creationId xmlns:a16="http://schemas.microsoft.com/office/drawing/2014/main" id="{800238A5-9785-01BB-1A3C-1241281F4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>
            <a:extLst>
              <a:ext uri="{FF2B5EF4-FFF2-40B4-BE49-F238E27FC236}">
                <a16:creationId xmlns:a16="http://schemas.microsoft.com/office/drawing/2014/main" id="{217EB0EB-EF6C-9A79-324A-258DDC849F7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09600" y="1"/>
            <a:ext cx="10972800" cy="6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eorgia"/>
              <a:buNone/>
            </a:pPr>
            <a:r>
              <a:rPr lang="en-US" dirty="0"/>
              <a:t>Why does this matter for my question?</a:t>
            </a:r>
            <a:br>
              <a:rPr lang="en-US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1649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1490E6-D0CD-875E-3687-9F5686572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Case: What is the right (Medicare) price?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FC02AA-30A6-E2C0-68BC-8A0B92699675}"/>
              </a:ext>
            </a:extLst>
          </p:cNvPr>
          <p:cNvSpPr txBox="1"/>
          <p:nvPr/>
        </p:nvSpPr>
        <p:spPr>
          <a:xfrm>
            <a:off x="6189675" y="984016"/>
            <a:ext cx="4531916" cy="403187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b="1" dirty="0"/>
              <a:t>Why this matters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The data was calculated using my NASHP-RAND combined datafile mostly drawn from the underlying hospital cost reports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Clearly, these two methods are getting at the same underlying reality in the cost reports. </a:t>
            </a:r>
            <a:r>
              <a:rPr lang="en-US" b="1" dirty="0"/>
              <a:t>BUT</a:t>
            </a:r>
            <a:r>
              <a:rPr lang="en-US" dirty="0"/>
              <a:t> </a:t>
            </a:r>
            <a:endParaRPr lang="en-US" b="1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Something is wrong with ~20% of states. Should I care? Does it matter?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Of course I should – My treatment state is one of the outliers!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If noise – this tells me which variables are unreliable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If bias – this tells me something important about heterogeneity among states.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B8CA4E4-A784-AC7A-3189-820493F92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27" y="984016"/>
            <a:ext cx="5284500" cy="39633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DA7B3A6A-A17A-7648-4845-7D497DD808AC}"/>
              </a:ext>
            </a:extLst>
          </p:cNvPr>
          <p:cNvSpPr/>
          <p:nvPr/>
        </p:nvSpPr>
        <p:spPr>
          <a:xfrm>
            <a:off x="3969099" y="117565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905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A78FF-F78D-E044-A89D-C3C8CF69B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Derivation and Formula Breakdown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AD074B-3D0D-40F3-4548-6ADBAA2D2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260725"/>
              </p:ext>
            </p:extLst>
          </p:nvPr>
        </p:nvGraphicFramePr>
        <p:xfrm>
          <a:off x="725714" y="2027925"/>
          <a:ext cx="4064000" cy="184404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891693">
                  <a:extLst>
                    <a:ext uri="{9D8B030D-6E8A-4147-A177-3AD203B41FA5}">
                      <a16:colId xmlns:a16="http://schemas.microsoft.com/office/drawing/2014/main" val="2062542957"/>
                    </a:ext>
                  </a:extLst>
                </a:gridCol>
                <a:gridCol w="1172307">
                  <a:extLst>
                    <a:ext uri="{9D8B030D-6E8A-4147-A177-3AD203B41FA5}">
                      <a16:colId xmlns:a16="http://schemas.microsoft.com/office/drawing/2014/main" val="11737323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Aggregator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4138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Hospital Operating Costs per Discharge (not broken out by payer, but Medicare centric)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NASHP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656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Medicare Specific Profit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NASHP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816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Case Mix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29981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FC43A2-420F-F9F5-2AA1-29CBBC8AC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311128"/>
              </p:ext>
            </p:extLst>
          </p:nvPr>
        </p:nvGraphicFramePr>
        <p:xfrm>
          <a:off x="6444901" y="2027925"/>
          <a:ext cx="4064000" cy="2372360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3090985">
                  <a:extLst>
                    <a:ext uri="{9D8B030D-6E8A-4147-A177-3AD203B41FA5}">
                      <a16:colId xmlns:a16="http://schemas.microsoft.com/office/drawing/2014/main" val="2062542957"/>
                    </a:ext>
                  </a:extLst>
                </a:gridCol>
                <a:gridCol w="973015">
                  <a:extLst>
                    <a:ext uri="{9D8B030D-6E8A-4147-A177-3AD203B41FA5}">
                      <a16:colId xmlns:a16="http://schemas.microsoft.com/office/drawing/2014/main" val="11737323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4138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Medicare payer mix(% of discharges)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NASHP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656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Medicare Outpatient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816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Medicare Inpatient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299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Adjusted Discharges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NASHP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519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Case Mix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82307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5FD69AF-7FB5-8EB5-DA7E-7874A6606810}"/>
              </a:ext>
            </a:extLst>
          </p:cNvPr>
          <p:cNvSpPr txBox="1"/>
          <p:nvPr/>
        </p:nvSpPr>
        <p:spPr>
          <a:xfrm>
            <a:off x="1835025" y="1637882"/>
            <a:ext cx="184537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Profit Margin Method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57221A-3E99-A645-FAD9-92D328537A2C}"/>
              </a:ext>
            </a:extLst>
          </p:cNvPr>
          <p:cNvSpPr txBox="1"/>
          <p:nvPr/>
        </p:nvSpPr>
        <p:spPr>
          <a:xfrm>
            <a:off x="7588911" y="1637881"/>
            <a:ext cx="162736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Payer Mix Method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4FEF78-0630-38D8-E197-E5B4C716340E}"/>
              </a:ext>
            </a:extLst>
          </p:cNvPr>
          <p:cNvSpPr txBox="1"/>
          <p:nvPr/>
        </p:nvSpPr>
        <p:spPr>
          <a:xfrm>
            <a:off x="894303" y="4079531"/>
            <a:ext cx="3517310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Revenue per Adjusted Discharge=</a:t>
            </a:r>
          </a:p>
          <a:p>
            <a:endParaRPr lang="en-US" dirty="0"/>
          </a:p>
          <a:p>
            <a:r>
              <a:rPr lang="en-US" u="sng" dirty="0"/>
              <a:t>Hospital Operating Costs/(1-Profit margin)</a:t>
            </a:r>
          </a:p>
          <a:p>
            <a:r>
              <a:rPr lang="en-US" dirty="0"/>
              <a:t>                Case Mix Index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ED1A22-3F42-B501-4B02-B2764770B0E3}"/>
              </a:ext>
            </a:extLst>
          </p:cNvPr>
          <p:cNvSpPr txBox="1"/>
          <p:nvPr/>
        </p:nvSpPr>
        <p:spPr>
          <a:xfrm>
            <a:off x="6096000" y="4597802"/>
            <a:ext cx="5259773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Revenue per Adjusted Discharge=</a:t>
            </a:r>
          </a:p>
          <a:p>
            <a:endParaRPr lang="en-US" dirty="0"/>
          </a:p>
          <a:p>
            <a:r>
              <a:rPr lang="en-US" u="sng" dirty="0"/>
              <a:t>Total Revenue/(Total Adjusted Discharges*Medicare Payer Mix)</a:t>
            </a:r>
          </a:p>
          <a:p>
            <a:r>
              <a:rPr lang="en-US" dirty="0"/>
              <a:t>                Case Mix Index</a:t>
            </a:r>
          </a:p>
        </p:txBody>
      </p:sp>
    </p:spTree>
    <p:extLst>
      <p:ext uri="{BB962C8B-B14F-4D97-AF65-F5344CB8AC3E}">
        <p14:creationId xmlns:p14="http://schemas.microsoft.com/office/powerpoint/2010/main" val="2961815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376F5-BD6A-DBB2-C596-4993B7C2C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FAB14-9D17-A680-FF2B-5E7AC0A38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 reconstructed them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EEC4C3-BD7C-5062-168B-521E30AC7D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438846"/>
              </p:ext>
            </p:extLst>
          </p:nvPr>
        </p:nvGraphicFramePr>
        <p:xfrm>
          <a:off x="609600" y="1404928"/>
          <a:ext cx="5102330" cy="4221052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826936">
                  <a:extLst>
                    <a:ext uri="{9D8B030D-6E8A-4147-A177-3AD203B41FA5}">
                      <a16:colId xmlns:a16="http://schemas.microsoft.com/office/drawing/2014/main" val="2062542957"/>
                    </a:ext>
                  </a:extLst>
                </a:gridCol>
                <a:gridCol w="2275394">
                  <a:extLst>
                    <a:ext uri="{9D8B030D-6E8A-4147-A177-3AD203B41FA5}">
                      <a16:colId xmlns:a16="http://schemas.microsoft.com/office/drawing/2014/main" val="1173732365"/>
                    </a:ext>
                  </a:extLst>
                </a:gridCol>
              </a:tblGrid>
              <a:tr h="476674">
                <a:tc>
                  <a:txBody>
                    <a:bodyPr/>
                    <a:lstStyle/>
                    <a:p>
                      <a:r>
                        <a:rPr lang="en-US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4138105"/>
                  </a:ext>
                </a:extLst>
              </a:tr>
              <a:tr h="1214538">
                <a:tc>
                  <a:txBody>
                    <a:bodyPr/>
                    <a:lstStyle/>
                    <a:p>
                      <a:r>
                        <a:rPr lang="en-US" dirty="0"/>
                        <a:t>Hospital Operating Costs per Adjusted Discharge (not broken out by payer, but Medicare centric)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3 Potential Total Cost Measurements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Inpatient Discharges easy enough + Medicare Revenue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656429"/>
                  </a:ext>
                </a:extLst>
              </a:tr>
              <a:tr h="476674">
                <a:tc>
                  <a:txBody>
                    <a:bodyPr/>
                    <a:lstStyle/>
                    <a:p>
                      <a:r>
                        <a:rPr lang="en-US" dirty="0"/>
                        <a:t>Medicare Specific Profit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3 Potential Medicare Specific Cost measurements (not even sure if mutually exclusive)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“Medicare </a:t>
                      </a:r>
                      <a:r>
                        <a:rPr lang="en-US" dirty="0" err="1"/>
                        <a:t>PartA</a:t>
                      </a:r>
                      <a:r>
                        <a:rPr lang="en-US" dirty="0"/>
                        <a:t> payment”(revenue)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“Medicare </a:t>
                      </a:r>
                      <a:r>
                        <a:rPr lang="en-US" dirty="0" err="1"/>
                        <a:t>PartB</a:t>
                      </a:r>
                      <a:r>
                        <a:rPr lang="en-US" dirty="0"/>
                        <a:t> payment”(revenue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816276"/>
                  </a:ext>
                </a:extLst>
              </a:tr>
              <a:tr h="476674">
                <a:tc>
                  <a:txBody>
                    <a:bodyPr/>
                    <a:lstStyle/>
                    <a:p>
                      <a:r>
                        <a:rPr lang="en-US" dirty="0"/>
                        <a:t>Case Mix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 didn’t – not available in raw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29981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A3F4BF-649E-E795-4310-B643C5CD03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146752"/>
              </p:ext>
            </p:extLst>
          </p:nvPr>
        </p:nvGraphicFramePr>
        <p:xfrm>
          <a:off x="6480072" y="1412370"/>
          <a:ext cx="5102328" cy="4455185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2794557">
                  <a:extLst>
                    <a:ext uri="{9D8B030D-6E8A-4147-A177-3AD203B41FA5}">
                      <a16:colId xmlns:a16="http://schemas.microsoft.com/office/drawing/2014/main" val="2062542957"/>
                    </a:ext>
                  </a:extLst>
                </a:gridCol>
                <a:gridCol w="2307771">
                  <a:extLst>
                    <a:ext uri="{9D8B030D-6E8A-4147-A177-3AD203B41FA5}">
                      <a16:colId xmlns:a16="http://schemas.microsoft.com/office/drawing/2014/main" val="1173732365"/>
                    </a:ext>
                  </a:extLst>
                </a:gridCol>
              </a:tblGrid>
              <a:tr h="551364">
                <a:tc>
                  <a:txBody>
                    <a:bodyPr/>
                    <a:lstStyle/>
                    <a:p>
                      <a:r>
                        <a:rPr lang="en-US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4138105"/>
                  </a:ext>
                </a:extLst>
              </a:tr>
              <a:tr h="770400">
                <a:tc>
                  <a:txBody>
                    <a:bodyPr/>
                    <a:lstStyle/>
                    <a:p>
                      <a:r>
                        <a:rPr lang="en-US" dirty="0"/>
                        <a:t>Medicare payer mix(% of discharges)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NASHP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656429"/>
                  </a:ext>
                </a:extLst>
              </a:tr>
              <a:tr h="579153">
                <a:tc>
                  <a:txBody>
                    <a:bodyPr/>
                    <a:lstStyle/>
                    <a:p>
                      <a:r>
                        <a:rPr lang="en-US" dirty="0"/>
                        <a:t>Medicare Outpatient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“Medicare Part B payment” (revenue)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816276"/>
                  </a:ext>
                </a:extLst>
              </a:tr>
              <a:tr h="579153">
                <a:tc>
                  <a:txBody>
                    <a:bodyPr/>
                    <a:lstStyle/>
                    <a:p>
                      <a:r>
                        <a:rPr lang="en-US" dirty="0"/>
                        <a:t>Medicare Inpatient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“Medicare Part A payment” (revenue)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299812"/>
                  </a:ext>
                </a:extLst>
              </a:tr>
              <a:tr h="1423751">
                <a:tc>
                  <a:txBody>
                    <a:bodyPr/>
                    <a:lstStyle/>
                    <a:p>
                      <a:r>
                        <a:rPr lang="en-US" dirty="0"/>
                        <a:t>Total Adjusted Discharges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Inpatient Discharges easy enough – but adjustment requires many assumptions of revenue by line item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519754"/>
                  </a:ext>
                </a:extLst>
              </a:tr>
              <a:tr h="551364">
                <a:tc>
                  <a:txBody>
                    <a:bodyPr/>
                    <a:lstStyle/>
                    <a:p>
                      <a:r>
                        <a:rPr lang="en-US" dirty="0"/>
                        <a:t>Case Mix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 didn’t – not available in raw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82307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D5BA351-448A-576A-2278-78EF682C46BE}"/>
              </a:ext>
            </a:extLst>
          </p:cNvPr>
          <p:cNvSpPr txBox="1"/>
          <p:nvPr/>
        </p:nvSpPr>
        <p:spPr>
          <a:xfrm>
            <a:off x="2238076" y="990447"/>
            <a:ext cx="197361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Profit Margin Method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66FCFA-58CA-4804-96EC-F98340F9966E}"/>
              </a:ext>
            </a:extLst>
          </p:cNvPr>
          <p:cNvSpPr txBox="1"/>
          <p:nvPr/>
        </p:nvSpPr>
        <p:spPr>
          <a:xfrm>
            <a:off x="7980309" y="990447"/>
            <a:ext cx="170591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Payer Mix Method</a:t>
            </a:r>
          </a:p>
        </p:txBody>
      </p:sp>
    </p:spTree>
    <p:extLst>
      <p:ext uri="{BB962C8B-B14F-4D97-AF65-F5344CB8AC3E}">
        <p14:creationId xmlns:p14="http://schemas.microsoft.com/office/powerpoint/2010/main" val="3295972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5DEEB-8354-1707-7EC9-9E1C3277D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found from the raw cost reports vs previous analysis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BD3991-BA2A-5ACA-DA9D-F9F7CA74E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326" y="1454497"/>
            <a:ext cx="4987337" cy="37405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B760354-A255-F039-D9A9-6DD754A68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900" y="1454497"/>
            <a:ext cx="4987337" cy="37405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36224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11C32-DAF1-5C61-22E3-8F3DB280E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quite there yet…..</a:t>
            </a:r>
          </a:p>
        </p:txBody>
      </p:sp>
      <p:pic>
        <p:nvPicPr>
          <p:cNvPr id="2050" name="Picture 2" descr="Dumb And Dumber Samsonite GIF - Dumb And Dumber Samsonite I Was Way Off -  Discover &amp; Share GIFs">
            <a:extLst>
              <a:ext uri="{FF2B5EF4-FFF2-40B4-BE49-F238E27FC236}">
                <a16:creationId xmlns:a16="http://schemas.microsoft.com/office/drawing/2014/main" id="{4312F800-2504-90DF-94C0-D2A67E4C4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18" y="899641"/>
            <a:ext cx="4496638" cy="2529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Just A Bit Outside - GIFs - Imgur">
            <a:extLst>
              <a:ext uri="{FF2B5EF4-FFF2-40B4-BE49-F238E27FC236}">
                <a16:creationId xmlns:a16="http://schemas.microsoft.com/office/drawing/2014/main" id="{6F28455E-BF26-B179-5328-F3B130B85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447452"/>
            <a:ext cx="3810000" cy="200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YARN | Okay, that wasn't even close. Nope. | Modern Family (2009) - S01E08  Great Expectations | Video gifs by quotes | ddbc6f2e | 紗">
            <a:extLst>
              <a:ext uri="{FF2B5EF4-FFF2-40B4-BE49-F238E27FC236}">
                <a16:creationId xmlns:a16="http://schemas.microsoft.com/office/drawing/2014/main" id="{693132EA-5169-3179-7C72-26C4EC968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6748" y="3969573"/>
            <a:ext cx="3557115" cy="2010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9506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3FFA9-86CE-6697-F952-541F0897C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let’s compare same method across different data aggregations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413E12-C06F-3996-D5B8-A3BE6B7FD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326" y="1320105"/>
            <a:ext cx="5335674" cy="40017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B0E0E8-40F5-CB4E-D01E-0A732A5D2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990" y="1320105"/>
            <a:ext cx="5335674" cy="40017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5623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07A82-EDF8-7755-2F05-F2FB5D17A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 have we learned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35BAD6-DF25-D3B7-26B3-931736D1B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Both estimates are wrong… but the profit margin method is… more wrong, in both bias and noise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Hospital Operating Costs are built off Medicare assumptions – payer heterogeneity likely not the issue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Both methods contained both RAND and NASHP derived figures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It’s the COST estimation that’s the problem. Both methods relied on revenue estimation – but profit margin relied on cost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This should make sense – realizing revenue is a more discreet identifiable transaction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Realizing costs is….fuzzier. Financial accounting (what you report for administrative purposes) vs. actual costs you realize (managerial accounting) are NOT THE SAME</a:t>
            </a:r>
          </a:p>
        </p:txBody>
      </p:sp>
    </p:spTree>
    <p:extLst>
      <p:ext uri="{BB962C8B-B14F-4D97-AF65-F5344CB8AC3E}">
        <p14:creationId xmlns:p14="http://schemas.microsoft.com/office/powerpoint/2010/main" val="615845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323C2-616B-79AA-FE73-1FD75F3964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Helpful tips for reproducibility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AAA424-B8C1-C570-97A6-833B0C283C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(this is all in the </a:t>
            </a:r>
            <a:r>
              <a:rPr lang="en-US" dirty="0" err="1"/>
              <a:t>READme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20260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888EE-4978-E652-99A5-8D9FF80D5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HCRIS relational database	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5E976-0684-0E0D-1A7C-4AA718F2A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I did not upload this to my repo – too big. WAY too big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Website is in readme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You will download a </a:t>
            </a:r>
            <a:r>
              <a:rPr lang="en-US" dirty="0" err="1"/>
              <a:t>zipfile</a:t>
            </a:r>
            <a:r>
              <a:rPr lang="en-US" dirty="0"/>
              <a:t> that you have to unzip and put in my file structure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Three source files come from here 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US" dirty="0"/>
              <a:t>HOSP10_2022_rpt – this is your master primary key is the cost report number, NOT the hospital provider number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US" dirty="0"/>
              <a:t>HOSP10_2022_alpha – all alphabetical variables tied to that cost report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US" dirty="0"/>
              <a:t>HOSP10_2022_nmrc – all numeric variables tied to that cost report</a:t>
            </a:r>
          </a:p>
        </p:txBody>
      </p:sp>
    </p:spTree>
    <p:extLst>
      <p:ext uri="{BB962C8B-B14F-4D97-AF65-F5344CB8AC3E}">
        <p14:creationId xmlns:p14="http://schemas.microsoft.com/office/powerpoint/2010/main" val="3035091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1F44D-D1E0-E8DC-67A8-0E633A651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screenshots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9DF296-E308-DAE5-E067-8BBC5D27F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411" y="954157"/>
            <a:ext cx="5768589" cy="33258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51668F7F-8161-DE1F-6586-F301F64D8BC2}"/>
              </a:ext>
            </a:extLst>
          </p:cNvPr>
          <p:cNvSpPr/>
          <p:nvPr/>
        </p:nvSpPr>
        <p:spPr>
          <a:xfrm>
            <a:off x="2385391" y="4357866"/>
            <a:ext cx="1262270" cy="34168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7C9D0C-2A8E-EA71-F349-4E43471FF9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411" y="438151"/>
            <a:ext cx="5768589" cy="14955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F7C296E-FB91-D17D-4E74-7D645D646C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4158"/>
          <a:stretch>
            <a:fillRect/>
          </a:stretch>
        </p:blipFill>
        <p:spPr>
          <a:xfrm>
            <a:off x="1212575" y="4885277"/>
            <a:ext cx="3795440" cy="12987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6C2EF87-9561-5E32-BEED-EDBE4C9294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7966" y="2191018"/>
            <a:ext cx="4439478" cy="19706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40C4C6F-C4FA-D716-1027-556DC573B9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6357" y="4357866"/>
            <a:ext cx="3182696" cy="22262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9" name="Arrow: Down 18">
            <a:extLst>
              <a:ext uri="{FF2B5EF4-FFF2-40B4-BE49-F238E27FC236}">
                <a16:creationId xmlns:a16="http://schemas.microsoft.com/office/drawing/2014/main" id="{645E4633-B7FE-3178-DF3C-2BC41D0DF201}"/>
              </a:ext>
            </a:extLst>
          </p:cNvPr>
          <p:cNvSpPr/>
          <p:nvPr/>
        </p:nvSpPr>
        <p:spPr>
          <a:xfrm>
            <a:off x="8799443" y="1933711"/>
            <a:ext cx="1262270" cy="34168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78C43373-5703-DD30-D890-3854ABAAFBF6}"/>
              </a:ext>
            </a:extLst>
          </p:cNvPr>
          <p:cNvSpPr/>
          <p:nvPr/>
        </p:nvSpPr>
        <p:spPr>
          <a:xfrm>
            <a:off x="8676570" y="4187023"/>
            <a:ext cx="1262270" cy="34168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F9530F24-A264-A820-F7AD-B5523E410009}"/>
              </a:ext>
            </a:extLst>
          </p:cNvPr>
          <p:cNvCxnSpPr>
            <a:cxnSpLocks/>
            <a:stCxn id="14" idx="3"/>
            <a:endCxn id="12" idx="1"/>
          </p:cNvCxnSpPr>
          <p:nvPr/>
        </p:nvCxnSpPr>
        <p:spPr>
          <a:xfrm flipV="1">
            <a:off x="5008015" y="1185931"/>
            <a:ext cx="1415396" cy="4348714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72100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1A6B6-00D6-8144-D72A-ACFDD0CE9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Files I uploaded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859F0-A2FC-92E8-1596-F29F357875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 err="1"/>
              <a:t>Analytical_sample</a:t>
            </a:r>
            <a:r>
              <a:rPr lang="en-US" dirty="0"/>
              <a:t> – a simple list of hospital identifier numbers. I already culled the set of all hospitals based on specific inclusion criteria. I condense the large report file based on this very early on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 err="1"/>
              <a:t>State_Price_Estimation_ExAnte</a:t>
            </a:r>
            <a:r>
              <a:rPr lang="en-US" dirty="0"/>
              <a:t> – These are the estimates I have already produced from the aggregated files to which I am trying to compare cost reports. </a:t>
            </a:r>
          </a:p>
        </p:txBody>
      </p:sp>
    </p:spTree>
    <p:extLst>
      <p:ext uri="{BB962C8B-B14F-4D97-AF65-F5344CB8AC3E}">
        <p14:creationId xmlns:p14="http://schemas.microsoft.com/office/powerpoint/2010/main" val="16094337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8F03B-7F21-273F-6152-AA0056837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reproduce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D7891-662B-8EB5-812A-922275B03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I am asking to reproduce the 4 scatterplots found in the output file and shown in this presentation - might be helpful to append your initials so you can compare yours to the original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8500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436E5-E652-0BE0-6FB6-6829EE9F2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F8037-9CBF-5C52-5CBE-69414FDE4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29731"/>
      </p:ext>
    </p:extLst>
  </p:cSld>
  <p:clrMapOvr>
    <a:masterClrMapping/>
  </p:clrMapOvr>
</p:sld>
</file>

<file path=ppt/theme/theme1.xml><?xml version="1.0" encoding="utf-8"?>
<a:theme xmlns:a="http://schemas.openxmlformats.org/drawingml/2006/main" name="Brown SPH Office Theme">
  <a:themeElements>
    <a:clrScheme name="Brown Primary and Secondaries">
      <a:dk1>
        <a:srgbClr val="000000"/>
      </a:dk1>
      <a:lt1>
        <a:srgbClr val="FFFFFF"/>
      </a:lt1>
      <a:dk2>
        <a:srgbClr val="523429"/>
      </a:dk2>
      <a:lt2>
        <a:srgbClr val="ED1C24"/>
      </a:lt2>
      <a:accent1>
        <a:srgbClr val="93A3AC"/>
      </a:accent1>
      <a:accent2>
        <a:srgbClr val="0095C8"/>
      </a:accent2>
      <a:accent3>
        <a:srgbClr val="3AC9E7"/>
      </a:accent3>
      <a:accent4>
        <a:srgbClr val="00AF9A"/>
      </a:accent4>
      <a:accent5>
        <a:srgbClr val="003C6F"/>
      </a:accent5>
      <a:accent6>
        <a:srgbClr val="B9AF9C"/>
      </a:accent6>
      <a:hlink>
        <a:srgbClr val="ED1B24"/>
      </a:hlink>
      <a:folHlink>
        <a:srgbClr val="8282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1335</TotalTime>
  <Words>1293</Words>
  <Application>Microsoft Office PowerPoint</Application>
  <PresentationFormat>Widescreen</PresentationFormat>
  <Paragraphs>167</Paragraphs>
  <Slides>24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Georgia</vt:lpstr>
      <vt:lpstr>Brown SPH Office Theme</vt:lpstr>
      <vt:lpstr>The Price is Right? A deep dive into Hospital Cost Reports</vt:lpstr>
      <vt:lpstr>Agenda</vt:lpstr>
      <vt:lpstr>The Research Question </vt:lpstr>
      <vt:lpstr>The Maryland Model and its discontents</vt:lpstr>
      <vt:lpstr>A price seems simple enough – what are the barriers?</vt:lpstr>
      <vt:lpstr>The Data </vt:lpstr>
      <vt:lpstr>Enter Hospital Cost Reports (HCRIS)</vt:lpstr>
      <vt:lpstr>A useful schematic + what it reveals about data limitations</vt:lpstr>
      <vt:lpstr>Three Files in Relational Database</vt:lpstr>
      <vt:lpstr>Worksheet values have a taxonomy corresponding to normalized database</vt:lpstr>
      <vt:lpstr>Why does this matter for my question? </vt:lpstr>
      <vt:lpstr>Use Case: What is the right (Medicare) price?</vt:lpstr>
      <vt:lpstr>Variable Derivation and Formula Breakdown</vt:lpstr>
      <vt:lpstr>How I reconstructed them</vt:lpstr>
      <vt:lpstr>What I found from the raw cost reports vs previous analysis</vt:lpstr>
      <vt:lpstr>Not quite there yet…..</vt:lpstr>
      <vt:lpstr>Now let’s compare same method across different data aggregations</vt:lpstr>
      <vt:lpstr>So what have we learned</vt:lpstr>
      <vt:lpstr>Helpful tips for reproducibility</vt:lpstr>
      <vt:lpstr>The HCRIS relational database </vt:lpstr>
      <vt:lpstr>In screenshots</vt:lpstr>
      <vt:lpstr>Additional Files I uploaded</vt:lpstr>
      <vt:lpstr>What to reproduce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Ryan West</dc:creator>
  <cp:lastModifiedBy>Maughan, Matthew</cp:lastModifiedBy>
  <cp:revision>2</cp:revision>
  <dcterms:created xsi:type="dcterms:W3CDTF">2020-01-22T16:40:23Z</dcterms:created>
  <dcterms:modified xsi:type="dcterms:W3CDTF">2026-04-20T13:27:28Z</dcterms:modified>
</cp:coreProperties>
</file>